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147470501" r:id="rId2"/>
    <p:sldId id="2147470502" r:id="rId3"/>
    <p:sldId id="2147470493" r:id="rId4"/>
    <p:sldId id="2147470487" r:id="rId5"/>
    <p:sldId id="2147470494" r:id="rId6"/>
    <p:sldId id="2147470497" r:id="rId7"/>
    <p:sldId id="2147470498" r:id="rId8"/>
    <p:sldId id="2147470500" r:id="rId9"/>
    <p:sldId id="214747049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2" d="100"/>
          <a:sy n="42" d="100"/>
        </p:scale>
        <p:origin x="72" y="5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jun V P" userId="3c772aa847e401ce" providerId="LiveId" clId="{7AFD3D40-EEC9-431C-8CCD-4F666485470F}"/>
    <pc:docChg chg="modSld">
      <pc:chgData name="Arjun V P" userId="3c772aa847e401ce" providerId="LiveId" clId="{7AFD3D40-EEC9-431C-8CCD-4F666485470F}" dt="2026-09-06T12:44:36.383" v="86" actId="14100"/>
      <pc:docMkLst>
        <pc:docMk/>
      </pc:docMkLst>
      <pc:sldChg chg="modSp mod">
        <pc:chgData name="Arjun V P" userId="3c772aa847e401ce" providerId="LiveId" clId="{7AFD3D40-EEC9-431C-8CCD-4F666485470F}" dt="2026-09-06T12:43:37.027" v="77"/>
        <pc:sldMkLst>
          <pc:docMk/>
          <pc:sldMk cId="3377586287" sldId="2147470487"/>
        </pc:sldMkLst>
        <pc:spChg chg="mod">
          <ac:chgData name="Arjun V P" userId="3c772aa847e401ce" providerId="LiveId" clId="{7AFD3D40-EEC9-431C-8CCD-4F666485470F}" dt="2026-09-06T12:43:37.027" v="77"/>
          <ac:spMkLst>
            <pc:docMk/>
            <pc:sldMk cId="3377586287" sldId="2147470487"/>
            <ac:spMk id="6" creationId="{65221164-7940-3B34-A613-28A74A63E0F7}"/>
          </ac:spMkLst>
        </pc:spChg>
      </pc:sldChg>
      <pc:sldChg chg="modSp mod">
        <pc:chgData name="Arjun V P" userId="3c772aa847e401ce" providerId="LiveId" clId="{7AFD3D40-EEC9-431C-8CCD-4F666485470F}" dt="2026-09-06T12:40:28.914" v="44" actId="20577"/>
        <pc:sldMkLst>
          <pc:docMk/>
          <pc:sldMk cId="3449507583" sldId="2147470489"/>
        </pc:sldMkLst>
        <pc:spChg chg="mod">
          <ac:chgData name="Arjun V P" userId="3c772aa847e401ce" providerId="LiveId" clId="{7AFD3D40-EEC9-431C-8CCD-4F666485470F}" dt="2026-09-06T12:40:28.914" v="44" actId="20577"/>
          <ac:spMkLst>
            <pc:docMk/>
            <pc:sldMk cId="3449507583" sldId="2147470489"/>
            <ac:spMk id="4" creationId="{598A8852-79FE-2D69-0530-D7712358063B}"/>
          </ac:spMkLst>
        </pc:spChg>
      </pc:sldChg>
      <pc:sldChg chg="modSp mod">
        <pc:chgData name="Arjun V P" userId="3c772aa847e401ce" providerId="LiveId" clId="{7AFD3D40-EEC9-431C-8CCD-4F666485470F}" dt="2026-09-06T12:42:27.511" v="70" actId="14100"/>
        <pc:sldMkLst>
          <pc:docMk/>
          <pc:sldMk cId="2088180620" sldId="2147470492"/>
        </pc:sldMkLst>
        <pc:spChg chg="mod">
          <ac:chgData name="Arjun V P" userId="3c772aa847e401ce" providerId="LiveId" clId="{7AFD3D40-EEC9-431C-8CCD-4F666485470F}" dt="2026-09-06T12:42:27.511" v="70" actId="14100"/>
          <ac:spMkLst>
            <pc:docMk/>
            <pc:sldMk cId="2088180620" sldId="2147470492"/>
            <ac:spMk id="4" creationId="{2D91B1D4-191E-E882-BD37-9FBAED57B57F}"/>
          </ac:spMkLst>
        </pc:spChg>
      </pc:sldChg>
      <pc:sldChg chg="modSp mod">
        <pc:chgData name="Arjun V P" userId="3c772aa847e401ce" providerId="LiveId" clId="{7AFD3D40-EEC9-431C-8CCD-4F666485470F}" dt="2026-09-06T12:43:20.729" v="76"/>
        <pc:sldMkLst>
          <pc:docMk/>
          <pc:sldMk cId="1739450533" sldId="2147470493"/>
        </pc:sldMkLst>
        <pc:spChg chg="mod">
          <ac:chgData name="Arjun V P" userId="3c772aa847e401ce" providerId="LiveId" clId="{7AFD3D40-EEC9-431C-8CCD-4F666485470F}" dt="2026-09-06T12:43:20.729" v="76"/>
          <ac:spMkLst>
            <pc:docMk/>
            <pc:sldMk cId="1739450533" sldId="2147470493"/>
            <ac:spMk id="4" creationId="{E4452DD5-D934-4955-F39B-2109AC72692F}"/>
          </ac:spMkLst>
        </pc:spChg>
      </pc:sldChg>
      <pc:sldChg chg="modSp mod">
        <pc:chgData name="Arjun V P" userId="3c772aa847e401ce" providerId="LiveId" clId="{7AFD3D40-EEC9-431C-8CCD-4F666485470F}" dt="2026-09-06T12:43:13.926" v="75"/>
        <pc:sldMkLst>
          <pc:docMk/>
          <pc:sldMk cId="2034681921" sldId="2147470494"/>
        </pc:sldMkLst>
        <pc:spChg chg="mod">
          <ac:chgData name="Arjun V P" userId="3c772aa847e401ce" providerId="LiveId" clId="{7AFD3D40-EEC9-431C-8CCD-4F666485470F}" dt="2026-09-06T12:43:13.926" v="75"/>
          <ac:spMkLst>
            <pc:docMk/>
            <pc:sldMk cId="2034681921" sldId="2147470494"/>
            <ac:spMk id="4" creationId="{6CE164B1-01DD-BF3B-88E8-DF2DEDBFA9EB}"/>
          </ac:spMkLst>
        </pc:spChg>
      </pc:sldChg>
      <pc:sldChg chg="modSp mod">
        <pc:chgData name="Arjun V P" userId="3c772aa847e401ce" providerId="LiveId" clId="{7AFD3D40-EEC9-431C-8CCD-4F666485470F}" dt="2026-09-06T12:44:00.027" v="80" actId="14100"/>
        <pc:sldMkLst>
          <pc:docMk/>
          <pc:sldMk cId="679362563" sldId="2147470497"/>
        </pc:sldMkLst>
        <pc:spChg chg="mod">
          <ac:chgData name="Arjun V P" userId="3c772aa847e401ce" providerId="LiveId" clId="{7AFD3D40-EEC9-431C-8CCD-4F666485470F}" dt="2026-09-06T12:44:00.027" v="80" actId="14100"/>
          <ac:spMkLst>
            <pc:docMk/>
            <pc:sldMk cId="679362563" sldId="2147470497"/>
            <ac:spMk id="4" creationId="{64F7A196-7B69-DD68-52A5-39CD9B799F7D}"/>
          </ac:spMkLst>
        </pc:spChg>
      </pc:sldChg>
      <pc:sldChg chg="modSp mod">
        <pc:chgData name="Arjun V P" userId="3c772aa847e401ce" providerId="LiveId" clId="{7AFD3D40-EEC9-431C-8CCD-4F666485470F}" dt="2026-09-06T12:44:13.736" v="82" actId="14100"/>
        <pc:sldMkLst>
          <pc:docMk/>
          <pc:sldMk cId="107944653" sldId="2147470498"/>
        </pc:sldMkLst>
        <pc:spChg chg="mod">
          <ac:chgData name="Arjun V P" userId="3c772aa847e401ce" providerId="LiveId" clId="{7AFD3D40-EEC9-431C-8CCD-4F666485470F}" dt="2026-09-06T12:44:13.736" v="82" actId="14100"/>
          <ac:spMkLst>
            <pc:docMk/>
            <pc:sldMk cId="107944653" sldId="2147470498"/>
            <ac:spMk id="4" creationId="{FEA3EC9D-D5AF-E54C-A3D0-5E42F32DC03B}"/>
          </ac:spMkLst>
        </pc:spChg>
      </pc:sldChg>
      <pc:sldChg chg="modSp mod">
        <pc:chgData name="Arjun V P" userId="3c772aa847e401ce" providerId="LiveId" clId="{7AFD3D40-EEC9-431C-8CCD-4F666485470F}" dt="2026-09-06T12:44:36.383" v="86" actId="14100"/>
        <pc:sldMkLst>
          <pc:docMk/>
          <pc:sldMk cId="2198371957" sldId="2147470499"/>
        </pc:sldMkLst>
        <pc:spChg chg="mod">
          <ac:chgData name="Arjun V P" userId="3c772aa847e401ce" providerId="LiveId" clId="{7AFD3D40-EEC9-431C-8CCD-4F666485470F}" dt="2026-09-06T12:44:36.383" v="86" actId="14100"/>
          <ac:spMkLst>
            <pc:docMk/>
            <pc:sldMk cId="2198371957" sldId="2147470499"/>
            <ac:spMk id="4" creationId="{AB5AC1E1-8B68-1019-1B7A-0CF7BDC8B3EC}"/>
          </ac:spMkLst>
        </pc:spChg>
      </pc:sldChg>
      <pc:sldChg chg="modSp mod">
        <pc:chgData name="Arjun V P" userId="3c772aa847e401ce" providerId="LiveId" clId="{7AFD3D40-EEC9-431C-8CCD-4F666485470F}" dt="2026-09-06T12:44:26.144" v="84" actId="14100"/>
        <pc:sldMkLst>
          <pc:docMk/>
          <pc:sldMk cId="2501109131" sldId="2147470500"/>
        </pc:sldMkLst>
        <pc:spChg chg="mod">
          <ac:chgData name="Arjun V P" userId="3c772aa847e401ce" providerId="LiveId" clId="{7AFD3D40-EEC9-431C-8CCD-4F666485470F}" dt="2026-09-06T12:44:26.144" v="84" actId="14100"/>
          <ac:spMkLst>
            <pc:docMk/>
            <pc:sldMk cId="2501109131" sldId="2147470500"/>
            <ac:spMk id="4" creationId="{8C26B487-77E4-5D5B-7416-E64E3C867A9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386D9D-6BDA-49CF-8FFB-DECAA1252A40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2065CE-C4BF-42A6-B56D-246455072C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13965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2065CE-C4BF-42A6-B56D-246455072C21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37959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Review II</a:t>
            </a:r>
          </a:p>
          <a:p>
            <a:pPr lvl="0" algn="ctr">
              <a:defRPr/>
            </a:pPr>
            <a:endParaRPr lang="en-IN" sz="3600" b="1" dirty="0">
              <a:solidFill>
                <a:schemeClr val="bg1"/>
              </a:solidFill>
            </a:endParaRPr>
          </a:p>
          <a:p>
            <a:pPr lvl="0" algn="ctr">
              <a:defRPr/>
            </a:pPr>
            <a:r>
              <a:rPr lang="en-IN" sz="3600" b="1" dirty="0">
                <a:solidFill>
                  <a:schemeClr val="bg1"/>
                </a:solidFill>
              </a:rPr>
              <a:t>Multilingual RAG for Government </a:t>
            </a:r>
          </a:p>
          <a:p>
            <a:pPr lvl="0" algn="ctr">
              <a:defRPr/>
            </a:pPr>
            <a:r>
              <a:rPr lang="en-IN" sz="3600" b="1" dirty="0">
                <a:solidFill>
                  <a:schemeClr val="bg1"/>
                </a:solidFill>
              </a:rPr>
              <a:t>Scheme and Eligibility Guidance</a:t>
            </a:r>
          </a:p>
          <a:p>
            <a:pPr lvl="0" algn="ctr">
              <a:defRPr/>
            </a:pPr>
            <a:endParaRPr kumimoji="0" lang="en-IN" sz="3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Tejas Manindra</a:t>
            </a: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VIT Chennai (25MML1006)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T10000</a:t>
            </a: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auto">
          <a:xfrm>
            <a:off x="148893" y="5926144"/>
            <a:ext cx="2628854" cy="700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85073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1826076" cy="5084232"/>
          </a:xfrm>
        </p:spPr>
        <p:txBody>
          <a:bodyPr/>
          <a:lstStyle/>
          <a:p>
            <a:r>
              <a:rPr lang="en-IN" b="0" dirty="0">
                <a:latin typeface="+mn-lt"/>
              </a:rPr>
              <a:t>Government information is distributed across numerous official portals, documents, schemes, policies, and notifications, making it difficult for citizens to quickly find relevant and reliable information.</a:t>
            </a:r>
          </a:p>
          <a:p>
            <a:r>
              <a:rPr lang="en-IN" b="0" dirty="0">
                <a:latin typeface="+mn-lt"/>
              </a:rPr>
              <a:t>This project proposes a Multilingual Retrieval-Augmented Generation (RAG) system that combines information retrieval with Large Language Models (LLMs) to provide responses grounded in official government sources.</a:t>
            </a:r>
          </a:p>
          <a:p>
            <a:r>
              <a:rPr lang="en-IN" b="0" dirty="0">
                <a:latin typeface="+mn-lt"/>
              </a:rPr>
              <a:t>The system focuses on Telugu and English, with an initial coverage of Telangana, Andhra Pradesh, and Central Government information, enabling users to access and understand government services and schemes through a reliable, user-friendly, and multilingual AI interface.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5771213" y="57036"/>
            <a:ext cx="64207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IN" b="1" dirty="0">
                <a:solidFill>
                  <a:schemeClr val="bg1"/>
                </a:solidFill>
              </a:rPr>
              <a:t>Multilingual Rag for Government Scheme and Eligibility Guidance</a:t>
            </a:r>
          </a:p>
        </p:txBody>
      </p:sp>
    </p:spTree>
    <p:extLst>
      <p:ext uri="{BB962C8B-B14F-4D97-AF65-F5344CB8AC3E}">
        <p14:creationId xmlns:p14="http://schemas.microsoft.com/office/powerpoint/2010/main" val="2067799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Calibri body 28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Objective…. Calibri body -36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4445001" y="57036"/>
            <a:ext cx="7747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Deterministic MCP-Driven AI Agents for Ball Bearing Vibration Diagnostics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5583D1"/>
                </a:solidFill>
                <a:latin typeface="+mn-lt"/>
              </a:rPr>
              <a:t>Subtopic - Calibri body -28</a:t>
            </a:r>
          </a:p>
          <a:p>
            <a:r>
              <a:rPr lang="en-US" sz="24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Content</a:t>
            </a:r>
            <a:r>
              <a:rPr lang="en-US" sz="2400" b="0" dirty="0">
                <a:solidFill>
                  <a:srgbClr val="242424"/>
                </a:solidFill>
                <a:highlight>
                  <a:srgbClr val="FFFFFF"/>
                </a:highlight>
                <a:latin typeface="source-serif-pro"/>
              </a:rPr>
              <a:t> </a:t>
            </a:r>
            <a:r>
              <a:rPr lang="en-US" sz="2400" b="0" dirty="0">
                <a:solidFill>
                  <a:srgbClr val="242424"/>
                </a:solidFill>
                <a:highlight>
                  <a:srgbClr val="FFFFFF"/>
                </a:highlight>
                <a:latin typeface="+mn-lt"/>
              </a:rPr>
              <a:t>Calibri body -28</a:t>
            </a:r>
          </a:p>
          <a:p>
            <a:pPr>
              <a:lnSpc>
                <a:spcPct val="150000"/>
              </a:lnSpc>
            </a:pPr>
            <a:r>
              <a:rPr lang="en-US" sz="2400" b="0" dirty="0">
                <a:solidFill>
                  <a:srgbClr val="242424"/>
                </a:solidFill>
                <a:latin typeface="source-serif-pro"/>
              </a:rPr>
              <a:t>Calibri body -28</a:t>
            </a:r>
            <a:endParaRPr lang="en-US" sz="2400" b="0" i="0" dirty="0">
              <a:solidFill>
                <a:srgbClr val="242424"/>
              </a:solidFill>
              <a:effectLst/>
              <a:highlight>
                <a:srgbClr val="FFFFFF"/>
              </a:highlight>
              <a:latin typeface="source-serif-pro"/>
            </a:endParaRPr>
          </a:p>
          <a:p>
            <a:pPr lvl="1"/>
            <a:endParaRPr lang="en-US" dirty="0">
              <a:solidFill>
                <a:srgbClr val="1C3898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name - </a:t>
            </a: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Calibri body -36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5037667" y="57036"/>
            <a:ext cx="71543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Deterministic MCP-Driven AI Agents for Ball Bearing Vibration Diagnostics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Calibri body 28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Methodology/Modeling Plan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…. Calibri body -36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4775201" y="57036"/>
            <a:ext cx="7416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Deterministic MCP-Driven AI Agents for Ball Bearing Vibration Diagnostics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Calibri body 28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Data preprocessing &amp; EDA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…. Calibri body -36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4969933" y="57036"/>
            <a:ext cx="72220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Deterministic MCP-Driven AI Agents for Ball Bearing Vibration Diagnostics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433592-8155-CD6F-B5E3-78AB52F31D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Calibri body 28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243BDD-B44E-04F0-FA93-336DD2FFA77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Approach/Algorithms/Tools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…. Calibri body -36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A3EC9D-D5AF-E54C-A3D0-5E42F32DC03B}"/>
              </a:ext>
            </a:extLst>
          </p:cNvPr>
          <p:cNvSpPr txBox="1"/>
          <p:nvPr/>
        </p:nvSpPr>
        <p:spPr>
          <a:xfrm>
            <a:off x="4910667" y="57036"/>
            <a:ext cx="72813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Deterministic MCP-Driven AI Agents for Ball Bearing Vibration Diagnostics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944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9A058-E477-163A-1B3E-61A05B0F3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A69BAD7-4402-029D-94EE-84728E7A1B9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Calibri body 28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F67352-6E77-1E87-24B7-ED7906E0679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Project plan/</a:t>
            </a:r>
            <a:r>
              <a:rPr lang="fr-FR" sz="3600" b="1" dirty="0" err="1">
                <a:solidFill>
                  <a:srgbClr val="5B9BD5">
                    <a:lumMod val="50000"/>
                  </a:srgbClr>
                </a:solidFill>
              </a:rPr>
              <a:t>milestones</a:t>
            </a: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 </a:t>
            </a:r>
            <a:r>
              <a:rPr lang="fr-FR" sz="3600" b="1" dirty="0" err="1">
                <a:solidFill>
                  <a:srgbClr val="5B9BD5">
                    <a:lumMod val="50000"/>
                  </a:srgbClr>
                </a:solidFill>
              </a:rPr>
              <a:t>progress</a:t>
            </a: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 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Calibri body -36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64F4198-C244-16A7-B796-A2E4B5EA6A81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C26B487-77E4-5D5B-7416-E64E3C867A98}"/>
              </a:ext>
            </a:extLst>
          </p:cNvPr>
          <p:cNvSpPr txBox="1"/>
          <p:nvPr/>
        </p:nvSpPr>
        <p:spPr>
          <a:xfrm>
            <a:off x="4919133" y="57036"/>
            <a:ext cx="72728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Deterministic MCP-Driven AI Agents for Ball Bearing Vibration Diagnostics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1109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7872131-A6C0-4ECF-9994-EA002B6EAD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Calibri body 28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Pipeline structure 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Calibri body -36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5AC1E1-8B68-1019-1B7A-0CF7BDC8B3EC}"/>
              </a:ext>
            </a:extLst>
          </p:cNvPr>
          <p:cNvSpPr txBox="1"/>
          <p:nvPr/>
        </p:nvSpPr>
        <p:spPr>
          <a:xfrm>
            <a:off x="4910667" y="57036"/>
            <a:ext cx="72813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Deterministic MCP-Driven AI Agents for Ball Bearing Vibration Diagnostics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837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252</TotalTime>
  <Words>305</Words>
  <Application>Microsoft Office PowerPoint</Application>
  <PresentationFormat>Widescreen</PresentationFormat>
  <Paragraphs>47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Aptos</vt:lpstr>
      <vt:lpstr>Arial</vt:lpstr>
      <vt:lpstr>Calibri</vt:lpstr>
      <vt:lpstr>Calibri (Body)</vt:lpstr>
      <vt:lpstr>Frutiger 45 bold</vt:lpstr>
      <vt:lpstr>Frutiger LT Pro 45 Light</vt:lpstr>
      <vt:lpstr>source-serif-pro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Tejas Manindra Mudapaka</cp:lastModifiedBy>
  <cp:revision>15</cp:revision>
  <dcterms:created xsi:type="dcterms:W3CDTF">2024-05-13T10:33:11Z</dcterms:created>
  <dcterms:modified xsi:type="dcterms:W3CDTF">2026-09-29T04:46:20Z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
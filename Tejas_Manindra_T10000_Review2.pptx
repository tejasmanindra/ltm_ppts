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147470501" r:id="rId2"/>
    <p:sldId id="2147470492" r:id="rId3"/>
    <p:sldId id="2147470502" r:id="rId4"/>
    <p:sldId id="2147470491" r:id="rId5"/>
    <p:sldId id="2147470503" r:id="rId6"/>
    <p:sldId id="2147470494" r:id="rId7"/>
    <p:sldId id="2147470497" r:id="rId8"/>
    <p:sldId id="2147470498" r:id="rId9"/>
    <p:sldId id="2147470500" r:id="rId10"/>
    <p:sldId id="2147470499" r:id="rId11"/>
    <p:sldId id="2147470489" r:id="rId12"/>
    <p:sldId id="2147470504" r:id="rId13"/>
    <p:sldId id="2147470493" r:id="rId14"/>
    <p:sldId id="2147470505" r:id="rId15"/>
    <p:sldId id="2147470506" r:id="rId16"/>
    <p:sldId id="2147470507" r:id="rId17"/>
    <p:sldId id="2147470508" r:id="rId18"/>
    <p:sldId id="2147470509" r:id="rId19"/>
    <p:sldId id="2147470510" r:id="rId20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8C04A3-7F4E-43B8-ABDE-92E3257B47F0}" v="138" dt="2026-10-05T17:36:29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s Manindra Mudapaka" userId="dc02b6da-9619-4bfd-9f36-4eb3afc8eaba" providerId="ADAL" clId="{821343F9-A24F-46EF-BD21-668D6BC3C592}"/>
    <pc:docChg chg="undo custSel addSld delSld modSld sldOrd modNotesMaster">
      <pc:chgData name="Tejas Manindra Mudapaka" userId="dc02b6da-9619-4bfd-9f36-4eb3afc8eaba" providerId="ADAL" clId="{821343F9-A24F-46EF-BD21-668D6BC3C592}" dt="2026-10-05T17:36:29.729" v="369"/>
      <pc:docMkLst>
        <pc:docMk/>
      </pc:docMkLst>
      <pc:sldChg chg="del">
        <pc:chgData name="Tejas Manindra Mudapaka" userId="dc02b6da-9619-4bfd-9f36-4eb3afc8eaba" providerId="ADAL" clId="{821343F9-A24F-46EF-BD21-668D6BC3C592}" dt="2026-10-05T04:20:02.467" v="32" actId="47"/>
        <pc:sldMkLst>
          <pc:docMk/>
          <pc:sldMk cId="3377586287" sldId="2147470487"/>
        </pc:sldMkLst>
      </pc:sldChg>
      <pc:sldChg chg="modSp add mod modTransition">
        <pc:chgData name="Tejas Manindra Mudapaka" userId="dc02b6da-9619-4bfd-9f36-4eb3afc8eaba" providerId="ADAL" clId="{821343F9-A24F-46EF-BD21-668D6BC3C592}" dt="2026-10-05T05:33:42.660" v="356"/>
        <pc:sldMkLst>
          <pc:docMk/>
          <pc:sldMk cId="3449507583" sldId="2147470489"/>
        </pc:sldMkLst>
        <pc:spChg chg="mod">
          <ac:chgData name="Tejas Manindra Mudapaka" userId="dc02b6da-9619-4bfd-9f36-4eb3afc8eaba" providerId="ADAL" clId="{821343F9-A24F-46EF-BD21-668D6BC3C592}" dt="2026-10-05T04:54:46.670" v="355" actId="20577"/>
          <ac:spMkLst>
            <pc:docMk/>
            <pc:sldMk cId="3449507583" sldId="2147470489"/>
            <ac:spMk id="4" creationId="{598A8852-79FE-2D69-0530-D7712358063B}"/>
          </ac:spMkLst>
        </pc:spChg>
      </pc:sldChg>
      <pc:sldChg chg="add ord modTransition">
        <pc:chgData name="Tejas Manindra Mudapaka" userId="dc02b6da-9619-4bfd-9f36-4eb3afc8eaba" providerId="ADAL" clId="{821343F9-A24F-46EF-BD21-668D6BC3C592}" dt="2026-10-05T05:33:42.660" v="356"/>
        <pc:sldMkLst>
          <pc:docMk/>
          <pc:sldMk cId="1187364388" sldId="2147470491"/>
        </pc:sldMkLst>
      </pc:sldChg>
      <pc:sldChg chg="modSp mod modTransition modAnim">
        <pc:chgData name="Tejas Manindra Mudapaka" userId="dc02b6da-9619-4bfd-9f36-4eb3afc8eaba" providerId="ADAL" clId="{821343F9-A24F-46EF-BD21-668D6BC3C592}" dt="2026-10-05T05:34:04.760" v="359"/>
        <pc:sldMkLst>
          <pc:docMk/>
          <pc:sldMk cId="2088180620" sldId="2147470492"/>
        </pc:sldMkLst>
        <pc:spChg chg="mod">
          <ac:chgData name="Tejas Manindra Mudapaka" userId="dc02b6da-9619-4bfd-9f36-4eb3afc8eaba" providerId="ADAL" clId="{821343F9-A24F-46EF-BD21-668D6BC3C592}" dt="2026-10-05T04:19:05.773" v="24" actId="14100"/>
          <ac:spMkLst>
            <pc:docMk/>
            <pc:sldMk cId="2088180620" sldId="2147470492"/>
            <ac:spMk id="2" creationId="{67726612-73E0-5A94-F635-3A742DD5BA94}"/>
          </ac:spMkLst>
        </pc:spChg>
        <pc:spChg chg="mod">
          <ac:chgData name="Tejas Manindra Mudapaka" userId="dc02b6da-9619-4bfd-9f36-4eb3afc8eaba" providerId="ADAL" clId="{821343F9-A24F-46EF-BD21-668D6BC3C592}" dt="2026-10-05T04:18:14.115" v="19" actId="20577"/>
          <ac:spMkLst>
            <pc:docMk/>
            <pc:sldMk cId="2088180620" sldId="2147470492"/>
            <ac:spMk id="3" creationId="{AB4E3812-AF2F-9DD8-6ECF-C3425146B38F}"/>
          </ac:spMkLst>
        </pc:spChg>
        <pc:spChg chg="mod">
          <ac:chgData name="Tejas Manindra Mudapaka" userId="dc02b6da-9619-4bfd-9f36-4eb3afc8eaba" providerId="ADAL" clId="{821343F9-A24F-46EF-BD21-668D6BC3C592}" dt="2026-10-05T04:20:45.614" v="39" actId="14100"/>
          <ac:spMkLst>
            <pc:docMk/>
            <pc:sldMk cId="2088180620" sldId="2147470492"/>
            <ac:spMk id="4" creationId="{2D91B1D4-191E-E882-BD37-9FBAED57B57F}"/>
          </ac:spMkLst>
        </pc:spChg>
      </pc:sldChg>
      <pc:sldChg chg="add del modTransition">
        <pc:chgData name="Tejas Manindra Mudapaka" userId="dc02b6da-9619-4bfd-9f36-4eb3afc8eaba" providerId="ADAL" clId="{821343F9-A24F-46EF-BD21-668D6BC3C592}" dt="2026-10-05T05:33:42.660" v="356"/>
        <pc:sldMkLst>
          <pc:docMk/>
          <pc:sldMk cId="1739450533" sldId="2147470493"/>
        </pc:sldMkLst>
      </pc:sldChg>
      <pc:sldChg chg="modSp mod modTransition modAnim">
        <pc:chgData name="Tejas Manindra Mudapaka" userId="dc02b6da-9619-4bfd-9f36-4eb3afc8eaba" providerId="ADAL" clId="{821343F9-A24F-46EF-BD21-668D6BC3C592}" dt="2026-10-05T05:34:26.025" v="360"/>
        <pc:sldMkLst>
          <pc:docMk/>
          <pc:sldMk cId="2034681921" sldId="2147470494"/>
        </pc:sldMkLst>
        <pc:spChg chg="mod">
          <ac:chgData name="Tejas Manindra Mudapaka" userId="dc02b6da-9619-4bfd-9f36-4eb3afc8eaba" providerId="ADAL" clId="{821343F9-A24F-46EF-BD21-668D6BC3C592}" dt="2026-10-05T04:27:31.676" v="91" actId="122"/>
          <ac:spMkLst>
            <pc:docMk/>
            <pc:sldMk cId="2034681921" sldId="2147470494"/>
            <ac:spMk id="2" creationId="{D325C8EF-A5DD-AB22-0372-51B9ABE63526}"/>
          </ac:spMkLst>
        </pc:spChg>
        <pc:spChg chg="mod">
          <ac:chgData name="Tejas Manindra Mudapaka" userId="dc02b6da-9619-4bfd-9f36-4eb3afc8eaba" providerId="ADAL" clId="{821343F9-A24F-46EF-BD21-668D6BC3C592}" dt="2026-10-05T04:37:32.743" v="205" actId="20577"/>
          <ac:spMkLst>
            <pc:docMk/>
            <pc:sldMk cId="2034681921" sldId="2147470494"/>
            <ac:spMk id="3" creationId="{CB15F4B8-EED0-F7BE-96C7-D7AAE989A251}"/>
          </ac:spMkLst>
        </pc:spChg>
        <pc:spChg chg="mod">
          <ac:chgData name="Tejas Manindra Mudapaka" userId="dc02b6da-9619-4bfd-9f36-4eb3afc8eaba" providerId="ADAL" clId="{821343F9-A24F-46EF-BD21-668D6BC3C592}" dt="2026-10-05T04:28:34.546" v="120" actId="14100"/>
          <ac:spMkLst>
            <pc:docMk/>
            <pc:sldMk cId="2034681921" sldId="2147470494"/>
            <ac:spMk id="4" creationId="{6CE164B1-01DD-BF3B-88E8-DF2DEDBFA9EB}"/>
          </ac:spMkLst>
        </pc:spChg>
      </pc:sldChg>
      <pc:sldChg chg="modSp mod modTransition modAnim">
        <pc:chgData name="Tejas Manindra Mudapaka" userId="dc02b6da-9619-4bfd-9f36-4eb3afc8eaba" providerId="ADAL" clId="{821343F9-A24F-46EF-BD21-668D6BC3C592}" dt="2026-10-05T05:34:32.663" v="361"/>
        <pc:sldMkLst>
          <pc:docMk/>
          <pc:sldMk cId="679362563" sldId="2147470497"/>
        </pc:sldMkLst>
        <pc:spChg chg="mod">
          <ac:chgData name="Tejas Manindra Mudapaka" userId="dc02b6da-9619-4bfd-9f36-4eb3afc8eaba" providerId="ADAL" clId="{821343F9-A24F-46EF-BD21-668D6BC3C592}" dt="2026-10-05T04:27:46.392" v="92" actId="20577"/>
          <ac:spMkLst>
            <pc:docMk/>
            <pc:sldMk cId="679362563" sldId="2147470497"/>
            <ac:spMk id="2" creationId="{30F88864-2E71-2992-AD53-E8948837272B}"/>
          </ac:spMkLst>
        </pc:spChg>
        <pc:spChg chg="mod">
          <ac:chgData name="Tejas Manindra Mudapaka" userId="dc02b6da-9619-4bfd-9f36-4eb3afc8eaba" providerId="ADAL" clId="{821343F9-A24F-46EF-BD21-668D6BC3C592}" dt="2026-10-05T04:27:54.295" v="113" actId="20577"/>
          <ac:spMkLst>
            <pc:docMk/>
            <pc:sldMk cId="679362563" sldId="2147470497"/>
            <ac:spMk id="3" creationId="{3411E118-0427-BF72-3B78-1707B0D6E382}"/>
          </ac:spMkLst>
        </pc:spChg>
        <pc:spChg chg="mod">
          <ac:chgData name="Tejas Manindra Mudapaka" userId="dc02b6da-9619-4bfd-9f36-4eb3afc8eaba" providerId="ADAL" clId="{821343F9-A24F-46EF-BD21-668D6BC3C592}" dt="2026-10-05T04:28:21.234" v="117" actId="14100"/>
          <ac:spMkLst>
            <pc:docMk/>
            <pc:sldMk cId="679362563" sldId="2147470497"/>
            <ac:spMk id="4" creationId="{64F7A196-7B69-DD68-52A5-39CD9B799F7D}"/>
          </ac:spMkLst>
        </pc:spChg>
      </pc:sldChg>
      <pc:sldChg chg="modSp mod modTransition modAnim">
        <pc:chgData name="Tejas Manindra Mudapaka" userId="dc02b6da-9619-4bfd-9f36-4eb3afc8eaba" providerId="ADAL" clId="{821343F9-A24F-46EF-BD21-668D6BC3C592}" dt="2026-10-05T05:34:38.030" v="362"/>
        <pc:sldMkLst>
          <pc:docMk/>
          <pc:sldMk cId="107944653" sldId="2147470498"/>
        </pc:sldMkLst>
        <pc:spChg chg="mod">
          <ac:chgData name="Tejas Manindra Mudapaka" userId="dc02b6da-9619-4bfd-9f36-4eb3afc8eaba" providerId="ADAL" clId="{821343F9-A24F-46EF-BD21-668D6BC3C592}" dt="2026-10-05T04:29:57.577" v="126" actId="20577"/>
          <ac:spMkLst>
            <pc:docMk/>
            <pc:sldMk cId="107944653" sldId="2147470498"/>
            <ac:spMk id="2" creationId="{6E433592-8155-CD6F-B5E3-78AB52F31DE6}"/>
          </ac:spMkLst>
        </pc:spChg>
        <pc:spChg chg="mod">
          <ac:chgData name="Tejas Manindra Mudapaka" userId="dc02b6da-9619-4bfd-9f36-4eb3afc8eaba" providerId="ADAL" clId="{821343F9-A24F-46EF-BD21-668D6BC3C592}" dt="2026-10-05T04:41:11.077" v="250" actId="20577"/>
          <ac:spMkLst>
            <pc:docMk/>
            <pc:sldMk cId="107944653" sldId="2147470498"/>
            <ac:spMk id="3" creationId="{3D243BDD-B44E-04F0-FA93-336DD2FFA770}"/>
          </ac:spMkLst>
        </pc:spChg>
        <pc:spChg chg="mod">
          <ac:chgData name="Tejas Manindra Mudapaka" userId="dc02b6da-9619-4bfd-9f36-4eb3afc8eaba" providerId="ADAL" clId="{821343F9-A24F-46EF-BD21-668D6BC3C592}" dt="2026-10-05T04:30:15.672" v="129" actId="14100"/>
          <ac:spMkLst>
            <pc:docMk/>
            <pc:sldMk cId="107944653" sldId="2147470498"/>
            <ac:spMk id="4" creationId="{FEA3EC9D-D5AF-E54C-A3D0-5E42F32DC03B}"/>
          </ac:spMkLst>
        </pc:spChg>
      </pc:sldChg>
      <pc:sldChg chg="modSp mod modTransition modAnim">
        <pc:chgData name="Tejas Manindra Mudapaka" userId="dc02b6da-9619-4bfd-9f36-4eb3afc8eaba" providerId="ADAL" clId="{821343F9-A24F-46EF-BD21-668D6BC3C592}" dt="2026-10-05T05:34:47.901" v="364"/>
        <pc:sldMkLst>
          <pc:docMk/>
          <pc:sldMk cId="2198371957" sldId="2147470499"/>
        </pc:sldMkLst>
        <pc:spChg chg="mod">
          <ac:chgData name="Tejas Manindra Mudapaka" userId="dc02b6da-9619-4bfd-9f36-4eb3afc8eaba" providerId="ADAL" clId="{821343F9-A24F-46EF-BD21-668D6BC3C592}" dt="2026-10-05T04:34:56.416" v="169" actId="1076"/>
          <ac:spMkLst>
            <pc:docMk/>
            <pc:sldMk cId="2198371957" sldId="2147470499"/>
            <ac:spMk id="2" creationId="{97872131-A6C0-4ECF-9994-EA002B6EAD86}"/>
          </ac:spMkLst>
        </pc:spChg>
        <pc:spChg chg="mod">
          <ac:chgData name="Tejas Manindra Mudapaka" userId="dc02b6da-9619-4bfd-9f36-4eb3afc8eaba" providerId="ADAL" clId="{821343F9-A24F-46EF-BD21-668D6BC3C592}" dt="2026-10-05T04:34:21.857" v="158" actId="20577"/>
          <ac:spMkLst>
            <pc:docMk/>
            <pc:sldMk cId="2198371957" sldId="2147470499"/>
            <ac:spMk id="3" creationId="{DBEA9949-295E-B2C7-8E3A-639B0AD48F51}"/>
          </ac:spMkLst>
        </pc:spChg>
        <pc:spChg chg="mod">
          <ac:chgData name="Tejas Manindra Mudapaka" userId="dc02b6da-9619-4bfd-9f36-4eb3afc8eaba" providerId="ADAL" clId="{821343F9-A24F-46EF-BD21-668D6BC3C592}" dt="2026-10-05T04:35:36.829" v="174" actId="14100"/>
          <ac:spMkLst>
            <pc:docMk/>
            <pc:sldMk cId="2198371957" sldId="2147470499"/>
            <ac:spMk id="4" creationId="{AB5AC1E1-8B68-1019-1B7A-0CF7BDC8B3EC}"/>
          </ac:spMkLst>
        </pc:spChg>
      </pc:sldChg>
      <pc:sldChg chg="modSp mod modTransition modAnim">
        <pc:chgData name="Tejas Manindra Mudapaka" userId="dc02b6da-9619-4bfd-9f36-4eb3afc8eaba" providerId="ADAL" clId="{821343F9-A24F-46EF-BD21-668D6BC3C592}" dt="2026-10-05T05:34:42.613" v="363"/>
        <pc:sldMkLst>
          <pc:docMk/>
          <pc:sldMk cId="2501109131" sldId="2147470500"/>
        </pc:sldMkLst>
        <pc:spChg chg="mod">
          <ac:chgData name="Tejas Manindra Mudapaka" userId="dc02b6da-9619-4bfd-9f36-4eb3afc8eaba" providerId="ADAL" clId="{821343F9-A24F-46EF-BD21-668D6BC3C592}" dt="2026-10-05T04:32:52.533" v="142" actId="20577"/>
          <ac:spMkLst>
            <pc:docMk/>
            <pc:sldMk cId="2501109131" sldId="2147470500"/>
            <ac:spMk id="2" creationId="{6A69BAD7-4402-029D-94EE-84728E7A1B97}"/>
          </ac:spMkLst>
        </pc:spChg>
        <pc:spChg chg="mod">
          <ac:chgData name="Tejas Manindra Mudapaka" userId="dc02b6da-9619-4bfd-9f36-4eb3afc8eaba" providerId="ADAL" clId="{821343F9-A24F-46EF-BD21-668D6BC3C592}" dt="2026-10-05T04:49:29.643" v="336" actId="20577"/>
          <ac:spMkLst>
            <pc:docMk/>
            <pc:sldMk cId="2501109131" sldId="2147470500"/>
            <ac:spMk id="3" creationId="{E8F67352-6E77-1E87-24B7-ED7906E0679C}"/>
          </ac:spMkLst>
        </pc:spChg>
        <pc:spChg chg="mod">
          <ac:chgData name="Tejas Manindra Mudapaka" userId="dc02b6da-9619-4bfd-9f36-4eb3afc8eaba" providerId="ADAL" clId="{821343F9-A24F-46EF-BD21-668D6BC3C592}" dt="2026-10-05T04:35:26.179" v="172" actId="14100"/>
          <ac:spMkLst>
            <pc:docMk/>
            <pc:sldMk cId="2501109131" sldId="2147470500"/>
            <ac:spMk id="4" creationId="{8C26B487-77E4-5D5B-7416-E64E3C867A98}"/>
          </ac:spMkLst>
        </pc:spChg>
      </pc:sldChg>
      <pc:sldChg chg="modTransition">
        <pc:chgData name="Tejas Manindra Mudapaka" userId="dc02b6da-9619-4bfd-9f36-4eb3afc8eaba" providerId="ADAL" clId="{821343F9-A24F-46EF-BD21-668D6BC3C592}" dt="2026-10-05T05:33:42.660" v="356"/>
        <pc:sldMkLst>
          <pc:docMk/>
          <pc:sldMk cId="628507393" sldId="2147470501"/>
        </pc:sldMkLst>
      </pc:sldChg>
      <pc:sldChg chg="modSp add mod ord modTransition">
        <pc:chgData name="Tejas Manindra Mudapaka" userId="dc02b6da-9619-4bfd-9f36-4eb3afc8eaba" providerId="ADAL" clId="{821343F9-A24F-46EF-BD21-668D6BC3C592}" dt="2026-10-05T05:33:42.660" v="356"/>
        <pc:sldMkLst>
          <pc:docMk/>
          <pc:sldMk cId="4118526469" sldId="2147470502"/>
        </pc:sldMkLst>
        <pc:spChg chg="mod">
          <ac:chgData name="Tejas Manindra Mudapaka" userId="dc02b6da-9619-4bfd-9f36-4eb3afc8eaba" providerId="ADAL" clId="{821343F9-A24F-46EF-BD21-668D6BC3C592}" dt="2026-10-05T04:20:31.946" v="37" actId="21"/>
          <ac:spMkLst>
            <pc:docMk/>
            <pc:sldMk cId="4118526469" sldId="2147470502"/>
            <ac:spMk id="4" creationId="{E4452DD5-D934-4955-F39B-2109AC72692F}"/>
          </ac:spMkLst>
        </pc:spChg>
      </pc:sldChg>
      <pc:sldChg chg="modSp add mod ord modTransition">
        <pc:chgData name="Tejas Manindra Mudapaka" userId="dc02b6da-9619-4bfd-9f36-4eb3afc8eaba" providerId="ADAL" clId="{821343F9-A24F-46EF-BD21-668D6BC3C592}" dt="2026-10-05T05:33:42.660" v="356"/>
        <pc:sldMkLst>
          <pc:docMk/>
          <pc:sldMk cId="2752266713" sldId="2147470503"/>
        </pc:sldMkLst>
        <pc:spChg chg="mod">
          <ac:chgData name="Tejas Manindra Mudapaka" userId="dc02b6da-9619-4bfd-9f36-4eb3afc8eaba" providerId="ADAL" clId="{821343F9-A24F-46EF-BD21-668D6BC3C592}" dt="2026-10-05T04:28:40.692" v="121" actId="14100"/>
          <ac:spMkLst>
            <pc:docMk/>
            <pc:sldMk cId="2752266713" sldId="2147470503"/>
            <ac:spMk id="4" creationId="{97CF763F-41F3-EDDF-4E2E-9F016478B7A2}"/>
          </ac:spMkLst>
        </pc:spChg>
      </pc:sldChg>
      <pc:sldChg chg="add modTransition">
        <pc:chgData name="Tejas Manindra Mudapaka" userId="dc02b6da-9619-4bfd-9f36-4eb3afc8eaba" providerId="ADAL" clId="{821343F9-A24F-46EF-BD21-668D6BC3C592}" dt="2026-10-05T05:33:42.660" v="356"/>
        <pc:sldMkLst>
          <pc:docMk/>
          <pc:sldMk cId="1739179031" sldId="2147470504"/>
        </pc:sldMkLst>
      </pc:sldChg>
      <pc:sldChg chg="add del">
        <pc:chgData name="Tejas Manindra Mudapaka" userId="dc02b6da-9619-4bfd-9f36-4eb3afc8eaba" providerId="ADAL" clId="{821343F9-A24F-46EF-BD21-668D6BC3C592}" dt="2026-10-05T04:36:28.948" v="177" actId="47"/>
        <pc:sldMkLst>
          <pc:docMk/>
          <pc:sldMk cId="4036464470" sldId="2147470504"/>
        </pc:sldMkLst>
      </pc:sldChg>
      <pc:sldChg chg="addSp delSp add mod modTransition">
        <pc:chgData name="Tejas Manindra Mudapaka" userId="dc02b6da-9619-4bfd-9f36-4eb3afc8eaba" providerId="ADAL" clId="{821343F9-A24F-46EF-BD21-668D6BC3C592}" dt="2026-10-05T05:33:42.660" v="356"/>
        <pc:sldMkLst>
          <pc:docMk/>
          <pc:sldMk cId="1162697359" sldId="2147470505"/>
        </pc:sldMkLst>
        <pc:spChg chg="add del">
          <ac:chgData name="Tejas Manindra Mudapaka" userId="dc02b6da-9619-4bfd-9f36-4eb3afc8eaba" providerId="ADAL" clId="{821343F9-A24F-46EF-BD21-668D6BC3C592}" dt="2026-10-05T04:38:43.800" v="207" actId="22"/>
          <ac:spMkLst>
            <pc:docMk/>
            <pc:sldMk cId="1162697359" sldId="2147470505"/>
            <ac:spMk id="7" creationId="{212CA275-2725-25A0-D48A-ABD3B4ACEA0B}"/>
          </ac:spMkLst>
        </pc:spChg>
      </pc:sldChg>
      <pc:sldChg chg="addSp modSp add mod ord modTransition modAnim">
        <pc:chgData name="Tejas Manindra Mudapaka" userId="dc02b6da-9619-4bfd-9f36-4eb3afc8eaba" providerId="ADAL" clId="{821343F9-A24F-46EF-BD21-668D6BC3C592}" dt="2026-10-05T05:34:55.460" v="365"/>
        <pc:sldMkLst>
          <pc:docMk/>
          <pc:sldMk cId="1539167562" sldId="2147470506"/>
        </pc:sldMkLst>
        <pc:spChg chg="mod">
          <ac:chgData name="Tejas Manindra Mudapaka" userId="dc02b6da-9619-4bfd-9f36-4eb3afc8eaba" providerId="ADAL" clId="{821343F9-A24F-46EF-BD21-668D6BC3C592}" dt="2026-10-05T04:39:39.309" v="223" actId="14100"/>
          <ac:spMkLst>
            <pc:docMk/>
            <pc:sldMk cId="1539167562" sldId="2147470506"/>
            <ac:spMk id="2" creationId="{4867A031-EDC8-BA9C-314B-A9128C25DCDD}"/>
          </ac:spMkLst>
        </pc:spChg>
        <pc:spChg chg="mod">
          <ac:chgData name="Tejas Manindra Mudapaka" userId="dc02b6da-9619-4bfd-9f36-4eb3afc8eaba" providerId="ADAL" clId="{821343F9-A24F-46EF-BD21-668D6BC3C592}" dt="2026-10-05T04:46:08.282" v="276" actId="14100"/>
          <ac:spMkLst>
            <pc:docMk/>
            <pc:sldMk cId="1539167562" sldId="2147470506"/>
            <ac:spMk id="4" creationId="{57B035B9-7494-CE48-9AB5-9B97FC78A27A}"/>
          </ac:spMkLst>
        </pc:spChg>
        <pc:spChg chg="add mod">
          <ac:chgData name="Tejas Manindra Mudapaka" userId="dc02b6da-9619-4bfd-9f36-4eb3afc8eaba" providerId="ADAL" clId="{821343F9-A24F-46EF-BD21-668D6BC3C592}" dt="2026-10-05T04:40:49.281" v="231" actId="207"/>
          <ac:spMkLst>
            <pc:docMk/>
            <pc:sldMk cId="1539167562" sldId="2147470506"/>
            <ac:spMk id="6" creationId="{8E5A562F-6D8D-64E9-E773-45885879AF73}"/>
          </ac:spMkLst>
        </pc:spChg>
      </pc:sldChg>
      <pc:sldChg chg="modSp add mod ord modTransition modAnim">
        <pc:chgData name="Tejas Manindra Mudapaka" userId="dc02b6da-9619-4bfd-9f36-4eb3afc8eaba" providerId="ADAL" clId="{821343F9-A24F-46EF-BD21-668D6BC3C592}" dt="2026-10-05T05:33:42.660" v="356"/>
        <pc:sldMkLst>
          <pc:docMk/>
          <pc:sldMk cId="2293873148" sldId="2147470507"/>
        </pc:sldMkLst>
        <pc:spChg chg="mod">
          <ac:chgData name="Tejas Manindra Mudapaka" userId="dc02b6da-9619-4bfd-9f36-4eb3afc8eaba" providerId="ADAL" clId="{821343F9-A24F-46EF-BD21-668D6BC3C592}" dt="2026-10-05T04:45:46.061" v="274" actId="20577"/>
          <ac:spMkLst>
            <pc:docMk/>
            <pc:sldMk cId="2293873148" sldId="2147470507"/>
            <ac:spMk id="2" creationId="{ACEC8937-B173-9EC3-9E44-F8541C3C03A0}"/>
          </ac:spMkLst>
        </pc:spChg>
        <pc:spChg chg="mod">
          <ac:chgData name="Tejas Manindra Mudapaka" userId="dc02b6da-9619-4bfd-9f36-4eb3afc8eaba" providerId="ADAL" clId="{821343F9-A24F-46EF-BD21-668D6BC3C592}" dt="2026-10-05T04:46:18.310" v="278" actId="14100"/>
          <ac:spMkLst>
            <pc:docMk/>
            <pc:sldMk cId="2293873148" sldId="2147470507"/>
            <ac:spMk id="4" creationId="{30925340-84EF-007D-6267-02830D90418B}"/>
          </ac:spMkLst>
        </pc:spChg>
      </pc:sldChg>
      <pc:sldChg chg="modSp add mod modTransition modAnim">
        <pc:chgData name="Tejas Manindra Mudapaka" userId="dc02b6da-9619-4bfd-9f36-4eb3afc8eaba" providerId="ADAL" clId="{821343F9-A24F-46EF-BD21-668D6BC3C592}" dt="2026-10-05T05:33:42.660" v="356"/>
        <pc:sldMkLst>
          <pc:docMk/>
          <pc:sldMk cId="2128437630" sldId="2147470508"/>
        </pc:sldMkLst>
        <pc:spChg chg="mod">
          <ac:chgData name="Tejas Manindra Mudapaka" userId="dc02b6da-9619-4bfd-9f36-4eb3afc8eaba" providerId="ADAL" clId="{821343F9-A24F-46EF-BD21-668D6BC3C592}" dt="2026-10-05T04:48:57.734" v="293" actId="14100"/>
          <ac:spMkLst>
            <pc:docMk/>
            <pc:sldMk cId="2128437630" sldId="2147470508"/>
            <ac:spMk id="2" creationId="{38742C3E-08FF-B655-7792-C9919AA862F8}"/>
          </ac:spMkLst>
        </pc:spChg>
        <pc:spChg chg="mod">
          <ac:chgData name="Tejas Manindra Mudapaka" userId="dc02b6da-9619-4bfd-9f36-4eb3afc8eaba" providerId="ADAL" clId="{821343F9-A24F-46EF-BD21-668D6BC3C592}" dt="2026-10-05T04:49:12.991" v="295" actId="14100"/>
          <ac:spMkLst>
            <pc:docMk/>
            <pc:sldMk cId="2128437630" sldId="2147470508"/>
            <ac:spMk id="4" creationId="{EA605CA9-250C-E7AE-8B66-5424B06F1280}"/>
          </ac:spMkLst>
        </pc:spChg>
      </pc:sldChg>
      <pc:sldChg chg="modSp add mod ord modTransition modAnim">
        <pc:chgData name="Tejas Manindra Mudapaka" userId="dc02b6da-9619-4bfd-9f36-4eb3afc8eaba" providerId="ADAL" clId="{821343F9-A24F-46EF-BD21-668D6BC3C592}" dt="2026-10-05T17:35:54.867" v="368"/>
        <pc:sldMkLst>
          <pc:docMk/>
          <pc:sldMk cId="3191651219" sldId="2147470509"/>
        </pc:sldMkLst>
        <pc:spChg chg="mod">
          <ac:chgData name="Tejas Manindra Mudapaka" userId="dc02b6da-9619-4bfd-9f36-4eb3afc8eaba" providerId="ADAL" clId="{821343F9-A24F-46EF-BD21-668D6BC3C592}" dt="2026-10-05T04:51:43.857" v="347" actId="113"/>
          <ac:spMkLst>
            <pc:docMk/>
            <pc:sldMk cId="3191651219" sldId="2147470509"/>
            <ac:spMk id="2" creationId="{1DD58A6F-37AD-4705-CF97-48DBCDC5F906}"/>
          </ac:spMkLst>
        </pc:spChg>
        <pc:spChg chg="mod">
          <ac:chgData name="Tejas Manindra Mudapaka" userId="dc02b6da-9619-4bfd-9f36-4eb3afc8eaba" providerId="ADAL" clId="{821343F9-A24F-46EF-BD21-668D6BC3C592}" dt="2026-10-05T04:49:57.176" v="341" actId="14100"/>
          <ac:spMkLst>
            <pc:docMk/>
            <pc:sldMk cId="3191651219" sldId="2147470509"/>
            <ac:spMk id="4" creationId="{F0CE080C-DB29-07AC-3FC9-2B2A9023F8EB}"/>
          </ac:spMkLst>
        </pc:spChg>
      </pc:sldChg>
      <pc:sldChg chg="modSp add mod modTransition modAnim">
        <pc:chgData name="Tejas Manindra Mudapaka" userId="dc02b6da-9619-4bfd-9f36-4eb3afc8eaba" providerId="ADAL" clId="{821343F9-A24F-46EF-BD21-668D6BC3C592}" dt="2026-10-05T05:33:42.660" v="356"/>
        <pc:sldMkLst>
          <pc:docMk/>
          <pc:sldMk cId="188920685" sldId="2147470510"/>
        </pc:sldMkLst>
        <pc:spChg chg="mod">
          <ac:chgData name="Tejas Manindra Mudapaka" userId="dc02b6da-9619-4bfd-9f36-4eb3afc8eaba" providerId="ADAL" clId="{821343F9-A24F-46EF-BD21-668D6BC3C592}" dt="2026-10-05T04:54:07.091" v="352" actId="2711"/>
          <ac:spMkLst>
            <pc:docMk/>
            <pc:sldMk cId="188920685" sldId="2147470510"/>
            <ac:spMk id="2" creationId="{C68E9DB4-19A4-10A9-600C-8AE00D231A0F}"/>
          </ac:spMkLst>
        </pc:spChg>
        <pc:spChg chg="mod">
          <ac:chgData name="Tejas Manindra Mudapaka" userId="dc02b6da-9619-4bfd-9f36-4eb3afc8eaba" providerId="ADAL" clId="{821343F9-A24F-46EF-BD21-668D6BC3C592}" dt="2026-10-05T04:54:26.129" v="354" actId="14100"/>
          <ac:spMkLst>
            <pc:docMk/>
            <pc:sldMk cId="188920685" sldId="2147470510"/>
            <ac:spMk id="4" creationId="{DF229FF8-0811-E011-E2C7-ED2526DC068E}"/>
          </ac:spMkLst>
        </pc:spChg>
      </pc:sldChg>
    </pc:docChg>
  </pc:docChgLst>
  <pc:docChgLst>
    <pc:chgData name="Arjun V P" userId="3c772aa847e401ce" providerId="LiveId" clId="{7AFD3D40-EEC9-431C-8CCD-4F666485470F}"/>
    <pc:docChg chg="modSld">
      <pc:chgData name="Arjun V P" userId="3c772aa847e401ce" providerId="LiveId" clId="{7AFD3D40-EEC9-431C-8CCD-4F666485470F}" dt="2026-09-06T12:44:36.383" v="86" actId="14100"/>
      <pc:docMkLst>
        <pc:docMk/>
      </pc:docMkLst>
      <pc:sldChg chg="modSp mod">
        <pc:chgData name="Arjun V P" userId="3c772aa847e401ce" providerId="LiveId" clId="{7AFD3D40-EEC9-431C-8CCD-4F666485470F}" dt="2026-09-06T12:42:27.511" v="70" actId="14100"/>
        <pc:sldMkLst>
          <pc:docMk/>
          <pc:sldMk cId="2088180620" sldId="2147470492"/>
        </pc:sldMkLst>
        <pc:spChg chg="mod">
          <ac:chgData name="Arjun V P" userId="3c772aa847e401ce" providerId="LiveId" clId="{7AFD3D40-EEC9-431C-8CCD-4F666485470F}" dt="2026-09-06T12:42:27.511" v="70" actId="14100"/>
          <ac:spMkLst>
            <pc:docMk/>
            <pc:sldMk cId="2088180620" sldId="2147470492"/>
            <ac:spMk id="4" creationId="{2D91B1D4-191E-E882-BD37-9FBAED57B57F}"/>
          </ac:spMkLst>
        </pc:spChg>
      </pc:sldChg>
      <pc:sldChg chg="modSp mod">
        <pc:chgData name="Arjun V P" userId="3c772aa847e401ce" providerId="LiveId" clId="{7AFD3D40-EEC9-431C-8CCD-4F666485470F}" dt="2026-09-06T12:43:13.926" v="75"/>
        <pc:sldMkLst>
          <pc:docMk/>
          <pc:sldMk cId="2034681921" sldId="2147470494"/>
        </pc:sldMkLst>
        <pc:spChg chg="mod">
          <ac:chgData name="Arjun V P" userId="3c772aa847e401ce" providerId="LiveId" clId="{7AFD3D40-EEC9-431C-8CCD-4F666485470F}" dt="2026-09-06T12:43:13.926" v="75"/>
          <ac:spMkLst>
            <pc:docMk/>
            <pc:sldMk cId="2034681921" sldId="2147470494"/>
            <ac:spMk id="4" creationId="{6CE164B1-01DD-BF3B-88E8-DF2DEDBFA9EB}"/>
          </ac:spMkLst>
        </pc:spChg>
      </pc:sldChg>
      <pc:sldChg chg="modSp mod">
        <pc:chgData name="Arjun V P" userId="3c772aa847e401ce" providerId="LiveId" clId="{7AFD3D40-EEC9-431C-8CCD-4F666485470F}" dt="2026-09-06T12:44:00.027" v="80" actId="14100"/>
        <pc:sldMkLst>
          <pc:docMk/>
          <pc:sldMk cId="679362563" sldId="2147470497"/>
        </pc:sldMkLst>
        <pc:spChg chg="mod">
          <ac:chgData name="Arjun V P" userId="3c772aa847e401ce" providerId="LiveId" clId="{7AFD3D40-EEC9-431C-8CCD-4F666485470F}" dt="2026-09-06T12:44:00.027" v="80" actId="14100"/>
          <ac:spMkLst>
            <pc:docMk/>
            <pc:sldMk cId="679362563" sldId="2147470497"/>
            <ac:spMk id="4" creationId="{64F7A196-7B69-DD68-52A5-39CD9B799F7D}"/>
          </ac:spMkLst>
        </pc:spChg>
      </pc:sldChg>
      <pc:sldChg chg="modSp mod">
        <pc:chgData name="Arjun V P" userId="3c772aa847e401ce" providerId="LiveId" clId="{7AFD3D40-EEC9-431C-8CCD-4F666485470F}" dt="2026-09-06T12:44:13.736" v="82" actId="14100"/>
        <pc:sldMkLst>
          <pc:docMk/>
          <pc:sldMk cId="107944653" sldId="2147470498"/>
        </pc:sldMkLst>
        <pc:spChg chg="mod">
          <ac:chgData name="Arjun V P" userId="3c772aa847e401ce" providerId="LiveId" clId="{7AFD3D40-EEC9-431C-8CCD-4F666485470F}" dt="2026-09-06T12:44:13.736" v="82" actId="14100"/>
          <ac:spMkLst>
            <pc:docMk/>
            <pc:sldMk cId="107944653" sldId="2147470498"/>
            <ac:spMk id="4" creationId="{FEA3EC9D-D5AF-E54C-A3D0-5E42F32DC03B}"/>
          </ac:spMkLst>
        </pc:spChg>
      </pc:sldChg>
      <pc:sldChg chg="modSp mod">
        <pc:chgData name="Arjun V P" userId="3c772aa847e401ce" providerId="LiveId" clId="{7AFD3D40-EEC9-431C-8CCD-4F666485470F}" dt="2026-09-06T12:44:36.383" v="86" actId="14100"/>
        <pc:sldMkLst>
          <pc:docMk/>
          <pc:sldMk cId="2198371957" sldId="2147470499"/>
        </pc:sldMkLst>
        <pc:spChg chg="mod">
          <ac:chgData name="Arjun V P" userId="3c772aa847e401ce" providerId="LiveId" clId="{7AFD3D40-EEC9-431C-8CCD-4F666485470F}" dt="2026-09-06T12:44:36.383" v="86" actId="14100"/>
          <ac:spMkLst>
            <pc:docMk/>
            <pc:sldMk cId="2198371957" sldId="2147470499"/>
            <ac:spMk id="4" creationId="{AB5AC1E1-8B68-1019-1B7A-0CF7BDC8B3EC}"/>
          </ac:spMkLst>
        </pc:spChg>
      </pc:sldChg>
      <pc:sldChg chg="modSp mod">
        <pc:chgData name="Arjun V P" userId="3c772aa847e401ce" providerId="LiveId" clId="{7AFD3D40-EEC9-431C-8CCD-4F666485470F}" dt="2026-09-06T12:44:26.144" v="84" actId="14100"/>
        <pc:sldMkLst>
          <pc:docMk/>
          <pc:sldMk cId="2501109131" sldId="2147470500"/>
        </pc:sldMkLst>
        <pc:spChg chg="mod">
          <ac:chgData name="Arjun V P" userId="3c772aa847e401ce" providerId="LiveId" clId="{7AFD3D40-EEC9-431C-8CCD-4F666485470F}" dt="2026-09-06T12:44:26.144" v="84" actId="14100"/>
          <ac:spMkLst>
            <pc:docMk/>
            <pc:sldMk cId="2501109131" sldId="2147470500"/>
            <ac:spMk id="4" creationId="{8C26B487-77E4-5D5B-7416-E64E3C867A9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11386D9D-6BDA-49CF-8FFB-DECAA1252A40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8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8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08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612065CE-C4BF-42A6-B56D-246455072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396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065CE-C4BF-42A6-B56D-246455072C2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795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lvl="0" algn="ctr">
              <a:defRPr/>
            </a:pPr>
            <a:endParaRPr lang="en-IN" sz="3600" b="1" dirty="0">
              <a:solidFill>
                <a:schemeClr val="bg1"/>
              </a:solidFill>
            </a:endParaRP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Multilingual RAG for Government </a:t>
            </a: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Scheme and Eligibility Guidance</a:t>
            </a:r>
          </a:p>
          <a:p>
            <a:pPr lvl="0" algn="ctr">
              <a:defRPr/>
            </a:pP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Tejas Manindra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 (25MML1006)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T10000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148893" y="5926144"/>
            <a:ext cx="2628854" cy="70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507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722644" cy="4558078"/>
          </a:xfrm>
        </p:spPr>
        <p:txBody>
          <a:bodyPr/>
          <a:lstStyle/>
          <a:p>
            <a:r>
              <a:rPr lang="en-IN" b="0" dirty="0"/>
              <a:t>Government information is distributed across numerous official portals, documents, schemes, policies, and notifications, making it difficult for citizens to quickly find relevant and </a:t>
            </a:r>
            <a:r>
              <a:rPr lang="en-IN" b="0" dirty="0">
                <a:latin typeface="+mn-lt"/>
              </a:rPr>
              <a:t>reliable</a:t>
            </a:r>
            <a:r>
              <a:rPr lang="en-IN" b="0" dirty="0"/>
              <a:t> information.</a:t>
            </a:r>
          </a:p>
          <a:p>
            <a:r>
              <a:rPr lang="en-IN" b="0" dirty="0"/>
              <a:t>This project proposes a Multilingual Retrieval-Augmented Generation (RAG) system that combines information retrieval with Large Language Models (LLMs) to provide responses grounded in official government sources.</a:t>
            </a:r>
          </a:p>
          <a:p>
            <a:r>
              <a:rPr lang="en-IN" b="0" dirty="0"/>
              <a:t>The system focuses on Telugu and English, with an initial coverage of Telangana, Andhra Pradesh, and Central Government information, enabling users to access and understand government services and schemes through a reliable, user-friendly, and multilingual AI interface.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5806440" y="57036"/>
            <a:ext cx="6385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721145" cy="5219522"/>
          </a:xfrm>
        </p:spPr>
        <p:txBody>
          <a:bodyPr/>
          <a:lstStyle/>
          <a:p>
            <a:r>
              <a:rPr lang="en-IN" b="0" dirty="0">
                <a:latin typeface="+mn-lt"/>
              </a:rPr>
              <a:t>To develop a Multilingual Retrieval-Augmented Generation (RAG) system that enables citizens to efficiently access and understand accurate, contextual, and source-grounded government information in Telugu, Tamil and English.</a:t>
            </a:r>
          </a:p>
          <a:p>
            <a:pPr marL="0" indent="0">
              <a:buNone/>
            </a:pPr>
            <a:r>
              <a:rPr lang="en-IN" dirty="0">
                <a:latin typeface="+mn-lt"/>
              </a:rPr>
              <a:t>Primary Use Case</a:t>
            </a:r>
          </a:p>
          <a:p>
            <a:r>
              <a:rPr lang="en-IN" b="0" dirty="0">
                <a:latin typeface="+mn-lt"/>
              </a:rPr>
              <a:t>The system acts as an intelligent interface for discovering and understanding government schemes and services. Users can query information related to:</a:t>
            </a:r>
          </a:p>
          <a:p>
            <a:pPr lvl="0"/>
            <a:r>
              <a:rPr lang="en-IN" b="0" dirty="0">
                <a:latin typeface="+mn-lt"/>
              </a:rPr>
              <a:t>Scheme benefits and purpose</a:t>
            </a:r>
          </a:p>
          <a:p>
            <a:pPr lvl="0"/>
            <a:r>
              <a:rPr lang="en-IN" b="0" dirty="0">
                <a:latin typeface="+mn-lt"/>
              </a:rPr>
              <a:t>Eligibility criteria, Required documents</a:t>
            </a:r>
          </a:p>
          <a:p>
            <a:pPr lvl="0"/>
            <a:r>
              <a:rPr lang="en-IN" b="0" dirty="0">
                <a:latin typeface="+mn-lt"/>
              </a:rPr>
              <a:t>Application procedure</a:t>
            </a:r>
          </a:p>
          <a:p>
            <a:pPr lvl="0"/>
            <a:r>
              <a:rPr lang="en-IN" b="0" dirty="0">
                <a:latin typeface="+mn-lt"/>
              </a:rPr>
              <a:t>Deadlines and relevant conditions, Government services and policies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5666281" y="57036"/>
            <a:ext cx="652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</a:p>
        </p:txBody>
      </p:sp>
    </p:spTree>
    <p:extLst>
      <p:ext uri="{BB962C8B-B14F-4D97-AF65-F5344CB8AC3E}">
        <p14:creationId xmlns:p14="http://schemas.microsoft.com/office/powerpoint/2010/main" val="4118526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274" y="1454078"/>
            <a:ext cx="11830817" cy="5279468"/>
          </a:xfrm>
        </p:spPr>
        <p:txBody>
          <a:bodyPr/>
          <a:lstStyle/>
          <a:p>
            <a:r>
              <a:rPr lang="en-IN" b="0" dirty="0">
                <a:latin typeface="+mn-lt"/>
              </a:rPr>
              <a:t>Module 1: Government Scheme Data Collection &amp; Knowledge Base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Collects and organizes verified government scheme information.</a:t>
            </a:r>
          </a:p>
          <a:p>
            <a:r>
              <a:rPr lang="en-IN" b="0" dirty="0">
                <a:latin typeface="+mn-lt"/>
              </a:rPr>
              <a:t>Module 2: Document Ingestion &amp; Preprocessing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Extracts, cleans, OCR-processes, and chunks government documents.</a:t>
            </a:r>
          </a:p>
          <a:p>
            <a:r>
              <a:rPr lang="en-IN" b="0" dirty="0">
                <a:latin typeface="+mn-lt"/>
              </a:rPr>
              <a:t>Module 3: Multilingual Query Understanding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Understands user queries in English/Telugu and identifies intent.</a:t>
            </a:r>
          </a:p>
          <a:p>
            <a:r>
              <a:rPr lang="en-IN" b="0" dirty="0">
                <a:latin typeface="+mn-lt"/>
              </a:rPr>
              <a:t>Module 4: Hybrid RAG Retrieval &amp; Reranking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Retrieves and ranks the most relevant scheme information.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5741233" y="57036"/>
            <a:ext cx="6450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09FEF-96F2-F63B-13C1-F8DA84927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7353BF-CFD9-2389-FCC6-F6035AA859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0987" y="1484059"/>
            <a:ext cx="11830817" cy="5279468"/>
          </a:xfrm>
        </p:spPr>
        <p:txBody>
          <a:bodyPr/>
          <a:lstStyle/>
          <a:p>
            <a:r>
              <a:rPr lang="en-IN" b="0" dirty="0">
                <a:latin typeface="+mn-lt"/>
              </a:rPr>
              <a:t>Module 5: Eligibility Assessment &amp; Rule Engine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Matches user details against scheme-specific eligibility rules.</a:t>
            </a:r>
          </a:p>
          <a:p>
            <a:r>
              <a:rPr lang="en-IN" b="0" dirty="0">
                <a:latin typeface="+mn-lt"/>
              </a:rPr>
              <a:t>Module 6: LLM-Based Response Generation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Generates grounded, multilingual responses using retrieved context.</a:t>
            </a:r>
          </a:p>
          <a:p>
            <a:r>
              <a:rPr lang="en-IN" b="0" dirty="0">
                <a:latin typeface="+mn-lt"/>
              </a:rPr>
              <a:t>Module 7: Source Verification &amp; Update Management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Tracks official sources, scheme changes, deadlines, and versions.</a:t>
            </a:r>
          </a:p>
          <a:p>
            <a:r>
              <a:rPr lang="en-IN" b="0" dirty="0">
                <a:latin typeface="+mn-lt"/>
              </a:rPr>
              <a:t>Module 8: Multilingual User Interface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Provides scheme search, eligibility checking, and personalized guidance.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5754E-3F74-F058-FC76-CD343D9BD95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7CD9E3-392A-10EE-761C-3BBC95B4BB2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7CF763F-41F3-EDDF-4E2E-9F016478B7A2}"/>
              </a:ext>
            </a:extLst>
          </p:cNvPr>
          <p:cNvSpPr txBox="1"/>
          <p:nvPr/>
        </p:nvSpPr>
        <p:spPr>
          <a:xfrm>
            <a:off x="5786203" y="57036"/>
            <a:ext cx="6405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</a:p>
        </p:txBody>
      </p:sp>
    </p:spTree>
    <p:extLst>
      <p:ext uri="{BB962C8B-B14F-4D97-AF65-F5344CB8AC3E}">
        <p14:creationId xmlns:p14="http://schemas.microsoft.com/office/powerpoint/2010/main" val="2752266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395020"/>
          </a:xfrm>
        </p:spPr>
        <p:txBody>
          <a:bodyPr/>
          <a:lstStyle/>
          <a:p>
            <a:pPr marL="0" indent="0">
              <a:buNone/>
            </a:pPr>
            <a:r>
              <a:rPr lang="en-IN" b="0" dirty="0">
                <a:latin typeface="+mn-lt"/>
              </a:rPr>
              <a:t>           </a:t>
            </a:r>
          </a:p>
          <a:p>
            <a:pPr marL="0" indent="0" algn="ctr">
              <a:buNone/>
            </a:pPr>
            <a:r>
              <a:rPr lang="en-IN" b="0" dirty="0">
                <a:latin typeface="+mn-lt"/>
              </a:rPr>
              <a:t>Data → Processing → Retrieval → Eligibility → Response</a:t>
            </a:r>
          </a:p>
          <a:p>
            <a:pPr marL="0" indent="0">
              <a:buNone/>
            </a:pPr>
            <a:endParaRPr lang="en-IN" b="0" dirty="0">
              <a:latin typeface="+mn-lt"/>
            </a:endParaRPr>
          </a:p>
          <a:p>
            <a:pPr lvl="0"/>
            <a:r>
              <a:rPr lang="en-IN" b="0" dirty="0">
                <a:latin typeface="+mn-lt"/>
              </a:rPr>
              <a:t>Data: Official Central, Telangana &amp; AP scheme sources</a:t>
            </a:r>
          </a:p>
          <a:p>
            <a:pPr lvl="0"/>
            <a:r>
              <a:rPr lang="en-IN" b="0" dirty="0">
                <a:latin typeface="+mn-lt"/>
              </a:rPr>
              <a:t>Processing: OCR, cleaning, chunking &amp; metadata extraction</a:t>
            </a:r>
          </a:p>
          <a:p>
            <a:pPr lvl="0"/>
            <a:r>
              <a:rPr lang="en-IN" b="0" dirty="0">
                <a:latin typeface="+mn-lt"/>
              </a:rPr>
              <a:t>Retrieval: BGE-M3 + Hybrid Search + Qdrant</a:t>
            </a:r>
          </a:p>
          <a:p>
            <a:pPr lvl="0"/>
            <a:r>
              <a:rPr lang="en-IN" b="0" dirty="0">
                <a:latin typeface="+mn-lt"/>
              </a:rPr>
              <a:t>Eligibility: Rule-based deterministic engine</a:t>
            </a:r>
          </a:p>
          <a:p>
            <a:pPr lvl="0"/>
            <a:r>
              <a:rPr lang="en-IN" b="0" dirty="0">
                <a:latin typeface="+mn-lt"/>
              </a:rPr>
              <a:t>Response: Gemma 3 12B/LLM + Streamlit, with grounded citations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5786203" y="57036"/>
            <a:ext cx="6405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endParaRPr lang="en-IN" b="0" dirty="0">
              <a:latin typeface="+mn-lt"/>
            </a:endParaRPr>
          </a:p>
          <a:p>
            <a:pPr lvl="0"/>
            <a:r>
              <a:rPr lang="en-IN" b="0" dirty="0">
                <a:latin typeface="+mn-lt"/>
              </a:rPr>
              <a:t>Data Collection: Official Central, Telangana &amp; AP scheme documents</a:t>
            </a:r>
          </a:p>
          <a:p>
            <a:pPr lvl="0"/>
            <a:r>
              <a:rPr lang="en-IN" b="0" dirty="0">
                <a:latin typeface="+mn-lt"/>
              </a:rPr>
              <a:t>Cleaning: Remove noise, duplicates &amp; irrelevant content</a:t>
            </a:r>
          </a:p>
          <a:p>
            <a:pPr lvl="0"/>
            <a:r>
              <a:rPr lang="en-IN" b="0" dirty="0">
                <a:latin typeface="+mn-lt"/>
              </a:rPr>
              <a:t>Extraction: OCR, text extraction &amp; metadata extraction</a:t>
            </a:r>
          </a:p>
          <a:p>
            <a:pPr lvl="0"/>
            <a:r>
              <a:rPr lang="en-IN" b="0" dirty="0">
                <a:latin typeface="+mn-lt"/>
              </a:rPr>
              <a:t>Transformation: Chunking and eligibility-rule structuring</a:t>
            </a:r>
          </a:p>
          <a:p>
            <a:pPr lvl="0"/>
            <a:r>
              <a:rPr lang="en-IN" b="0" dirty="0">
                <a:latin typeface="+mn-lt"/>
              </a:rPr>
              <a:t>EDA: Analyze schemes by state, category, beneficiaries &amp; eligibility criteria</a:t>
            </a:r>
          </a:p>
          <a:p>
            <a:pPr lvl="0"/>
            <a:r>
              <a:rPr lang="en-IN" b="0" dirty="0">
                <a:latin typeface="+mn-lt"/>
              </a:rPr>
              <a:t>Validation: Verify source URLs, scheme status and data completeness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5801193" y="57036"/>
            <a:ext cx="6390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endParaRPr lang="en-IN" b="0" dirty="0">
              <a:latin typeface="+mn-lt"/>
            </a:endParaRPr>
          </a:p>
          <a:p>
            <a:pPr lvl="0"/>
            <a:r>
              <a:rPr lang="en-IN" b="0" dirty="0">
                <a:latin typeface="+mn-lt"/>
              </a:rPr>
              <a:t>RAG: Hybrid semantic + keyword retrieval</a:t>
            </a:r>
          </a:p>
          <a:p>
            <a:pPr lvl="0"/>
            <a:r>
              <a:rPr lang="en-IN" b="0" dirty="0">
                <a:latin typeface="+mn-lt"/>
              </a:rPr>
              <a:t>Embedding: BGE-M3</a:t>
            </a:r>
          </a:p>
          <a:p>
            <a:pPr lvl="0"/>
            <a:r>
              <a:rPr lang="en-IN" b="0" dirty="0">
                <a:latin typeface="+mn-lt"/>
              </a:rPr>
              <a:t>Search: Qdrant Vector Database + Reranking</a:t>
            </a:r>
          </a:p>
          <a:p>
            <a:pPr lvl="0"/>
            <a:r>
              <a:rPr lang="en-IN" b="0" dirty="0">
                <a:latin typeface="+mn-lt"/>
              </a:rPr>
              <a:t>Eligibility: Rule-based decision engine</a:t>
            </a:r>
          </a:p>
          <a:p>
            <a:pPr lvl="0"/>
            <a:r>
              <a:rPr lang="en-IN" b="0" dirty="0">
                <a:latin typeface="+mn-lt"/>
              </a:rPr>
              <a:t>LLM: Gemma 3 12B</a:t>
            </a:r>
          </a:p>
          <a:p>
            <a:pPr lvl="0"/>
            <a:r>
              <a:rPr lang="en-IN" b="0" dirty="0">
                <a:latin typeface="+mn-lt"/>
              </a:rPr>
              <a:t>Frontend: Streamlit</a:t>
            </a:r>
          </a:p>
          <a:p>
            <a:pPr lvl="0"/>
            <a:r>
              <a:rPr lang="en-IN" b="0" dirty="0">
                <a:latin typeface="+mn-lt"/>
              </a:rPr>
              <a:t>Data: Python, OCR &amp; PostgreSQL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5831174" y="57036"/>
            <a:ext cx="6360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634905"/>
          </a:xfrm>
        </p:spPr>
        <p:txBody>
          <a:bodyPr/>
          <a:lstStyle/>
          <a:p>
            <a:pPr marL="0" indent="0" algn="ctr">
              <a:buNone/>
            </a:pPr>
            <a:r>
              <a:rPr lang="en-IN" b="0" dirty="0">
                <a:latin typeface="+mn-lt"/>
              </a:rPr>
              <a:t>Data Collection → Preprocessing → RAG Development → Eligibility Engine → UI Integration → Testing &amp; Validation</a:t>
            </a:r>
          </a:p>
          <a:p>
            <a:pPr marL="0" indent="0" algn="ctr">
              <a:buNone/>
            </a:pPr>
            <a:endParaRPr lang="en-IN" b="0" dirty="0">
              <a:latin typeface="+mn-lt"/>
            </a:endParaRPr>
          </a:p>
          <a:p>
            <a:pPr lvl="0"/>
            <a:r>
              <a:rPr lang="en-IN" b="0" dirty="0">
                <a:latin typeface="+mn-lt"/>
              </a:rPr>
              <a:t>Phase 1: Collect &amp; validate government scheme data</a:t>
            </a:r>
          </a:p>
          <a:p>
            <a:pPr lvl="0"/>
            <a:r>
              <a:rPr lang="en-IN" b="0" dirty="0">
                <a:latin typeface="+mn-lt"/>
              </a:rPr>
              <a:t>Phase 2: Clean, OCR, chunk &amp; structure data</a:t>
            </a:r>
          </a:p>
          <a:p>
            <a:pPr lvl="0"/>
            <a:r>
              <a:rPr lang="en-IN" b="0" dirty="0">
                <a:latin typeface="+mn-lt"/>
              </a:rPr>
              <a:t>Phase 3: Build multilingual RAG pipeline</a:t>
            </a:r>
          </a:p>
          <a:p>
            <a:pPr lvl="0"/>
            <a:r>
              <a:rPr lang="en-IN" b="0" dirty="0">
                <a:latin typeface="+mn-lt"/>
              </a:rPr>
              <a:t>Phase 4: Develop deterministic eligibility engine</a:t>
            </a:r>
          </a:p>
          <a:p>
            <a:pPr lvl="0"/>
            <a:r>
              <a:rPr lang="en-IN" b="0" dirty="0">
                <a:latin typeface="+mn-lt"/>
              </a:rPr>
              <a:t>Phase 5: Integrate Streamlit frontend &amp; LLM</a:t>
            </a:r>
          </a:p>
          <a:p>
            <a:pPr lvl="0"/>
            <a:r>
              <a:rPr lang="en-IN" b="0" dirty="0">
                <a:latin typeface="+mn-lt"/>
              </a:rPr>
              <a:t>Phase 6: Test accuracy, retrieval &amp; eligibility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5711252" y="57036"/>
            <a:ext cx="6480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637" y="1357505"/>
            <a:ext cx="11970726" cy="4142989"/>
          </a:xfrm>
        </p:spPr>
        <p:txBody>
          <a:bodyPr/>
          <a:lstStyle/>
          <a:p>
            <a:pPr marL="0" indent="0" algn="ctr">
              <a:buNone/>
            </a:pPr>
            <a:endParaRPr lang="en-IN" sz="2400" dirty="0"/>
          </a:p>
          <a:p>
            <a:pPr marL="0" indent="0" algn="ctr">
              <a:buNone/>
            </a:pPr>
            <a:endParaRPr lang="en-IN" sz="2400" dirty="0"/>
          </a:p>
          <a:p>
            <a:pPr marL="0" indent="0" algn="ctr">
              <a:buNone/>
            </a:pPr>
            <a:r>
              <a:rPr lang="en-IN" sz="2400" dirty="0"/>
              <a:t>Official Sources → Preprocessing → Knowledge Base → Query Processing → Hybrid Retrieval → Eligibility Engine → LLM → Final Response</a:t>
            </a:r>
          </a:p>
          <a:p>
            <a:pPr marL="0" indent="0" algn="ctr">
              <a:buNone/>
            </a:pPr>
            <a:endParaRPr lang="en-IN" sz="2400" dirty="0"/>
          </a:p>
          <a:p>
            <a:pPr marL="0" indent="0" algn="ctr">
              <a:buNone/>
            </a:pPr>
            <a:endParaRPr lang="en-IN" sz="2400" dirty="0"/>
          </a:p>
          <a:p>
            <a:pPr marL="0" indent="0" algn="ctr">
              <a:buNone/>
            </a:pPr>
            <a:endParaRPr lang="en-IN" sz="2400" dirty="0"/>
          </a:p>
          <a:p>
            <a:pPr marL="0" indent="0" algn="ctr">
              <a:buNone/>
            </a:pPr>
            <a:r>
              <a:rPr lang="en-IN" sz="2400" dirty="0"/>
              <a:t>PDF/Text → OCR &amp; Cleaning → Chunking &amp; Metadata → BGE-M3 + Qdrant → Rule-Based Eligibility → Gemma 3 12B → Grounded Answer + Citations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5741233" y="57036"/>
            <a:ext cx="6450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  <a:endParaRPr lang="en-IN" sz="3600" b="1" dirty="0">
              <a:solidFill>
                <a:schemeClr val="bg1"/>
              </a:solidFill>
            </a:endParaRPr>
          </a:p>
          <a:p>
            <a:pPr lvl="0" algn="ctr">
              <a:defRPr/>
            </a:pPr>
            <a:endParaRPr lang="en-IN" sz="3600" b="1" dirty="0">
              <a:solidFill>
                <a:schemeClr val="bg1"/>
              </a:solidFill>
            </a:endParaRP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Agentic AI for Business Intelligence, </a:t>
            </a: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Insights and Strategic Recommendations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Tejas Manindra</a:t>
            </a: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 (25MML1006)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T10000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148893" y="5926144"/>
            <a:ext cx="2628854" cy="70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45390"/>
            <a:ext cx="11826076" cy="5084232"/>
          </a:xfrm>
        </p:spPr>
        <p:txBody>
          <a:bodyPr/>
          <a:lstStyle/>
          <a:p>
            <a:r>
              <a:rPr lang="en-IN" b="0" dirty="0">
                <a:latin typeface="+mn-lt"/>
              </a:rPr>
              <a:t>E-commerce businesses generate large volumes of business data from orders, customers, products, marketing, inventory, and returns. </a:t>
            </a:r>
          </a:p>
          <a:p>
            <a:pPr lvl="0"/>
            <a:r>
              <a:rPr lang="en-IN" b="0" dirty="0">
                <a:latin typeface="+mn-lt"/>
              </a:rPr>
              <a:t>Business leaders need quick and accurate insights to make strategic decisions. </a:t>
            </a:r>
          </a:p>
          <a:p>
            <a:pPr lvl="0"/>
            <a:r>
              <a:rPr lang="en-IN" b="0" dirty="0">
                <a:latin typeface="+mn-lt"/>
              </a:rPr>
              <a:t>Traditional BI systems mainly provide dashboards and reports, requiring manual analysis. </a:t>
            </a:r>
          </a:p>
          <a:p>
            <a:pPr lvl="0"/>
            <a:r>
              <a:rPr lang="en-IN" b="0" dirty="0">
                <a:latin typeface="+mn-lt"/>
              </a:rPr>
              <a:t>Our system uses Agentic AI to automatically analyze data, identify insights, and find root causes. </a:t>
            </a:r>
          </a:p>
          <a:p>
            <a:pPr lvl="0"/>
            <a:r>
              <a:rPr lang="en-IN" b="0" dirty="0">
                <a:latin typeface="+mn-lt"/>
              </a:rPr>
              <a:t>It provides KPIs, visualizations, business insights, and strategic recommendations to support faster decision-making.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2098623" y="57036"/>
            <a:ext cx="10093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79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40847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Develop an Agentic AI-powered BI system for e-commerce business analysis. </a:t>
            </a:r>
          </a:p>
          <a:p>
            <a:pPr lvl="0"/>
            <a:r>
              <a:rPr lang="en-IN" b="0" dirty="0">
                <a:latin typeface="+mn-lt"/>
              </a:rPr>
              <a:t>Automate data analysis from orders, customers, products, marketing, inventory, and other business data. </a:t>
            </a:r>
          </a:p>
          <a:p>
            <a:pPr lvl="0"/>
            <a:r>
              <a:rPr lang="en-IN" b="0" dirty="0">
                <a:latin typeface="+mn-lt"/>
              </a:rPr>
              <a:t>Generate meaningful business insights and identify the root causes behind KPI changes. </a:t>
            </a:r>
          </a:p>
          <a:p>
            <a:pPr lvl="0"/>
            <a:r>
              <a:rPr lang="en-IN" b="0" dirty="0">
                <a:latin typeface="+mn-lt"/>
              </a:rPr>
              <a:t>Provide strategic, actionable recommendations to support business decisions. </a:t>
            </a:r>
          </a:p>
          <a:p>
            <a:pPr lvl="0"/>
            <a:r>
              <a:rPr lang="en-IN" b="0" dirty="0">
                <a:latin typeface="+mn-lt"/>
              </a:rPr>
              <a:t>Enable faster decision-making through KPIs, visualizations, AI insights, and automated reports.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2353456" y="57036"/>
            <a:ext cx="9838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28F57-0CA5-7D66-9A41-5F62A054E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B83543-8AE3-E60A-1AAA-7CE80544AB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25054"/>
            <a:ext cx="11736136" cy="5010854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1"/>
                </a:solidFill>
                <a:latin typeface="+mn-lt"/>
              </a:rPr>
              <a:t>Natural Language Query &amp; Understanding </a:t>
            </a:r>
          </a:p>
          <a:p>
            <a:pPr marL="457200" lvl="1" indent="0">
              <a:buNone/>
            </a:pPr>
            <a:r>
              <a:rPr lang="en-IN" dirty="0">
                <a:solidFill>
                  <a:schemeClr val="accent1"/>
                </a:solidFill>
              </a:rPr>
              <a:t>Understand business questions asked in natural language.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1"/>
                </a:solidFill>
                <a:latin typeface="+mn-lt"/>
              </a:rPr>
              <a:t>AI-Based SQL Generation &amp; Data Retrieval </a:t>
            </a:r>
          </a:p>
          <a:p>
            <a:pPr marL="457200" lvl="1" indent="0">
              <a:buNone/>
            </a:pPr>
            <a:r>
              <a:rPr lang="en-IN" dirty="0">
                <a:solidFill>
                  <a:schemeClr val="accent1"/>
                </a:solidFill>
              </a:rPr>
              <a:t>Convert questions into SQL queries and retrieve relevant data from PostgreSQL.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1"/>
                </a:solidFill>
                <a:latin typeface="+mn-lt"/>
              </a:rPr>
              <a:t>Data Analysis &amp; Visualization </a:t>
            </a:r>
          </a:p>
          <a:p>
            <a:pPr marL="457200" lvl="1" indent="0">
              <a:buNone/>
            </a:pPr>
            <a:r>
              <a:rPr lang="en-IN" dirty="0">
                <a:solidFill>
                  <a:schemeClr val="accent1"/>
                </a:solidFill>
              </a:rPr>
              <a:t>Generate KPIs, trends, charts, and executive dashboards.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1"/>
                </a:solidFill>
                <a:latin typeface="+mn-lt"/>
              </a:rPr>
              <a:t>AI Insights &amp; Root Cause Analysis </a:t>
            </a:r>
          </a:p>
          <a:p>
            <a:pPr marL="457200" lvl="1" indent="0">
              <a:buNone/>
            </a:pPr>
            <a:r>
              <a:rPr lang="en-IN" dirty="0">
                <a:solidFill>
                  <a:schemeClr val="accent1"/>
                </a:solidFill>
              </a:rPr>
              <a:t>Identify business problems, explain </a:t>
            </a:r>
            <a:r>
              <a:rPr lang="en-IN" b="1" dirty="0">
                <a:solidFill>
                  <a:schemeClr val="accent1"/>
                </a:solidFill>
              </a:rPr>
              <a:t>why they occurred</a:t>
            </a:r>
            <a:r>
              <a:rPr lang="en-IN" dirty="0">
                <a:solidFill>
                  <a:schemeClr val="accent1"/>
                </a:solidFill>
              </a:rPr>
              <a:t>, and analyze their impact.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1"/>
                </a:solidFill>
                <a:latin typeface="+mn-lt"/>
              </a:rPr>
              <a:t>Strategic Recommendations </a:t>
            </a:r>
          </a:p>
          <a:p>
            <a:pPr marL="457200" lvl="1" indent="0">
              <a:buNone/>
            </a:pPr>
            <a:r>
              <a:rPr lang="en-IN" dirty="0">
                <a:solidFill>
                  <a:schemeClr val="accent1"/>
                </a:solidFill>
              </a:rPr>
              <a:t>Provide actionable recommendations based on insights and business performance.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1"/>
                </a:solidFill>
                <a:latin typeface="+mn-lt"/>
              </a:rPr>
              <a:t>Automated Reporting &amp; CI/CD </a:t>
            </a:r>
          </a:p>
          <a:p>
            <a:pPr marL="457200" lvl="1" indent="0">
              <a:buNone/>
            </a:pPr>
            <a:r>
              <a:rPr lang="en-IN" dirty="0">
                <a:solidFill>
                  <a:schemeClr val="accent1"/>
                </a:solidFill>
              </a:rPr>
              <a:t>Generate PDF/email reports and support automated </a:t>
            </a:r>
            <a:r>
              <a:rPr lang="en-IN" b="1" dirty="0">
                <a:solidFill>
                  <a:schemeClr val="accent1"/>
                </a:solidFill>
              </a:rPr>
              <a:t>CI/CD deployment</a:t>
            </a:r>
            <a:r>
              <a:rPr lang="en-IN" dirty="0">
                <a:solidFill>
                  <a:schemeClr val="accent1"/>
                </a:solidFill>
              </a:rPr>
              <a:t> of the application.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0FE61-9C3F-0B4B-BB5E-4C1641E432D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ED7BA86-32E8-9998-4A81-A8D53307BB67}"/>
              </a:ext>
            </a:extLst>
          </p:cNvPr>
          <p:cNvCxnSpPr>
            <a:cxnSpLocks/>
          </p:cNvCxnSpPr>
          <p:nvPr/>
        </p:nvCxnSpPr>
        <p:spPr>
          <a:xfrm>
            <a:off x="255995" y="114887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E7DF884-5225-3B07-2EEA-500ECC19692F}"/>
              </a:ext>
            </a:extLst>
          </p:cNvPr>
          <p:cNvSpPr txBox="1"/>
          <p:nvPr/>
        </p:nvSpPr>
        <p:spPr>
          <a:xfrm>
            <a:off x="2053652" y="57036"/>
            <a:ext cx="1013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697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8ABDF-49E2-BC7B-DF7C-5F5E1D59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67A031-EDC8-BA9C-314B-A9128C25DC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5840004" cy="4395020"/>
          </a:xfrm>
        </p:spPr>
        <p:txBody>
          <a:bodyPr/>
          <a:lstStyle/>
          <a:p>
            <a:pPr marL="0" indent="0">
              <a:buNone/>
            </a:pPr>
            <a:r>
              <a:rPr lang="en-IN" b="0" dirty="0">
                <a:latin typeface="+mn-lt"/>
              </a:rPr>
              <a:t>Business Question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       ↓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Query Understanding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       ↓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Agentic Planning / Orchestration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       ↓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Select Required Data + Analytical Tools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       ↓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SQL Generation &amp; Data Retrieval</a:t>
            </a:r>
          </a:p>
          <a:p>
            <a:pPr marL="0" indent="0">
              <a:buNone/>
            </a:pP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831B11-3089-A755-5834-EE3CAECE647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BDACAA2-BE1A-8514-A87E-83770CC9E03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7B035B9-7494-CE48-9AB5-9B97FC78A27A}"/>
              </a:ext>
            </a:extLst>
          </p:cNvPr>
          <p:cNvSpPr txBox="1"/>
          <p:nvPr/>
        </p:nvSpPr>
        <p:spPr>
          <a:xfrm>
            <a:off x="3570514" y="57036"/>
            <a:ext cx="8621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5A562F-6D8D-64E9-E773-45885879AF73}"/>
              </a:ext>
            </a:extLst>
          </p:cNvPr>
          <p:cNvSpPr txBox="1"/>
          <p:nvPr/>
        </p:nvSpPr>
        <p:spPr>
          <a:xfrm>
            <a:off x="6355080" y="1271219"/>
            <a:ext cx="558092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Statistical / BI Analysis</a:t>
            </a:r>
          </a:p>
          <a:p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      ↓</a:t>
            </a:r>
          </a:p>
          <a:p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Root Cause Investigation</a:t>
            </a:r>
          </a:p>
          <a:p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      ↓</a:t>
            </a:r>
          </a:p>
          <a:p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Evidence Evaluation</a:t>
            </a:r>
          </a:p>
          <a:p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      ↓</a:t>
            </a:r>
          </a:p>
          <a:p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Re-planning if Required</a:t>
            </a:r>
          </a:p>
          <a:p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      ↓</a:t>
            </a:r>
          </a:p>
          <a:p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Strategic Recommendation</a:t>
            </a:r>
          </a:p>
          <a:p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      ↓</a:t>
            </a:r>
          </a:p>
          <a:p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Executive Dashboard / Report</a:t>
            </a:r>
          </a:p>
        </p:txBody>
      </p:sp>
    </p:spTree>
    <p:extLst>
      <p:ext uri="{BB962C8B-B14F-4D97-AF65-F5344CB8AC3E}">
        <p14:creationId xmlns:p14="http://schemas.microsoft.com/office/powerpoint/2010/main" val="1539167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05911-DA63-730B-E002-9E4C0B77A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EC8937-B173-9EC3-9E44-F8541C3C03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5084227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+mn-lt"/>
              </a:rPr>
              <a:t>Data Preprocessing: </a:t>
            </a:r>
            <a:r>
              <a:rPr lang="en-IN" b="0" dirty="0">
                <a:latin typeface="+mn-lt"/>
              </a:rPr>
              <a:t>10 datasets integrated into PostgreSQL</a:t>
            </a:r>
          </a:p>
          <a:p>
            <a:pPr lvl="0"/>
            <a:r>
              <a:rPr lang="en-IN" b="0" dirty="0">
                <a:latin typeface="+mn-lt"/>
              </a:rPr>
              <a:t>231K+ records validated and cleaned</a:t>
            </a:r>
          </a:p>
          <a:p>
            <a:pPr lvl="0"/>
            <a:r>
              <a:rPr lang="en-IN" b="0" dirty="0">
                <a:latin typeface="+mn-lt"/>
              </a:rPr>
              <a:t>Standardized dates, data types, keys &amp; relationships</a:t>
            </a:r>
          </a:p>
          <a:p>
            <a:pPr lvl="0"/>
            <a:r>
              <a:rPr lang="en-IN" b="0" dirty="0">
                <a:latin typeface="+mn-lt"/>
              </a:rPr>
              <a:t>Derived key metrics: Revenue, Profit, Margin, ROAS, CAC &amp; Return Rate</a:t>
            </a:r>
          </a:p>
          <a:p>
            <a:pPr marL="0" indent="0">
              <a:buNone/>
            </a:pPr>
            <a:r>
              <a:rPr lang="en-IN" dirty="0">
                <a:latin typeface="+mn-lt"/>
              </a:rPr>
              <a:t>EDA : </a:t>
            </a:r>
            <a:r>
              <a:rPr lang="en-IN" b="0" dirty="0" err="1">
                <a:latin typeface="+mn-lt"/>
              </a:rPr>
              <a:t>Analyzed</a:t>
            </a:r>
            <a:r>
              <a:rPr lang="en-IN" b="0" dirty="0">
                <a:latin typeface="+mn-lt"/>
              </a:rPr>
              <a:t> revenue &amp; profit trends</a:t>
            </a:r>
          </a:p>
          <a:p>
            <a:pPr lvl="0"/>
            <a:r>
              <a:rPr lang="en-IN" b="0" dirty="0">
                <a:latin typeface="+mn-lt"/>
              </a:rPr>
              <a:t>Compared categories, channels &amp; regions</a:t>
            </a:r>
          </a:p>
          <a:p>
            <a:pPr lvl="0"/>
            <a:r>
              <a:rPr lang="en-IN" b="0" dirty="0">
                <a:latin typeface="+mn-lt"/>
              </a:rPr>
              <a:t>Identified profit declines, margin pressure &amp; return risks</a:t>
            </a:r>
          </a:p>
          <a:p>
            <a:pPr lvl="0"/>
            <a:r>
              <a:rPr lang="en-IN" b="0" dirty="0">
                <a:latin typeface="+mn-lt"/>
              </a:rPr>
              <a:t>Evaluated marketing efficiency and growth opportunities</a:t>
            </a:r>
          </a:p>
          <a:p>
            <a:pPr lvl="0"/>
            <a:endParaRPr lang="en-IN" b="0" dirty="0">
              <a:latin typeface="+mn-lt"/>
            </a:endParaRPr>
          </a:p>
          <a:p>
            <a:pPr marL="0" indent="0" algn="ctr">
              <a:buNone/>
            </a:pPr>
            <a:r>
              <a:rPr lang="en-IN" b="0" dirty="0">
                <a:latin typeface="+mn-lt"/>
              </a:rPr>
              <a:t>Dataset: 10 Tables | 231K+ Records | 24 Months | India E-commerce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E29F89-C741-5BDE-912D-D12D8E2F830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332963D-68BB-A394-D994-C8620F92E97D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0925340-84EF-007D-6267-02830D90418B}"/>
              </a:ext>
            </a:extLst>
          </p:cNvPr>
          <p:cNvSpPr txBox="1"/>
          <p:nvPr/>
        </p:nvSpPr>
        <p:spPr>
          <a:xfrm>
            <a:off x="3962400" y="57036"/>
            <a:ext cx="8229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873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BEFBF-19C3-09A4-12D3-B0E54A613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742C3E-08FF-B655-7792-C9919AA862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754" y="1271219"/>
            <a:ext cx="11572406" cy="5260207"/>
          </a:xfrm>
        </p:spPr>
        <p:txBody>
          <a:bodyPr/>
          <a:lstStyle/>
          <a:p>
            <a:r>
              <a:rPr lang="en-IN" b="0" dirty="0">
                <a:latin typeface="+mn-lt"/>
              </a:rPr>
              <a:t>Natural Language → Plan → Analyze → Evaluate → Recommend</a:t>
            </a:r>
          </a:p>
          <a:p>
            <a:pPr lvl="0"/>
            <a:r>
              <a:rPr lang="en-IN" b="0" dirty="0">
                <a:latin typeface="+mn-lt"/>
              </a:rPr>
              <a:t>Multi-agent workflow with dynamic task selection</a:t>
            </a:r>
          </a:p>
          <a:p>
            <a:pPr marL="0" indent="0">
              <a:buNone/>
            </a:pPr>
            <a:r>
              <a:rPr lang="en-IN" dirty="0">
                <a:latin typeface="+mn-lt"/>
              </a:rPr>
              <a:t>Algorithms / Techniques</a:t>
            </a:r>
          </a:p>
          <a:p>
            <a:pPr lvl="0"/>
            <a:r>
              <a:rPr lang="en-IN" b="0" dirty="0">
                <a:latin typeface="+mn-lt"/>
              </a:rPr>
              <a:t>Natural Language Query Understanding</a:t>
            </a:r>
          </a:p>
          <a:p>
            <a:pPr lvl="0"/>
            <a:r>
              <a:rPr lang="en-IN" b="0" dirty="0">
                <a:latin typeface="+mn-lt"/>
              </a:rPr>
              <a:t>Text-to-SQL generation &amp; validation</a:t>
            </a:r>
          </a:p>
          <a:p>
            <a:pPr lvl="0"/>
            <a:r>
              <a:rPr lang="en-IN" b="0" dirty="0">
                <a:latin typeface="+mn-lt"/>
              </a:rPr>
              <a:t>Descriptive &amp; comparative analytics</a:t>
            </a:r>
          </a:p>
          <a:p>
            <a:pPr lvl="0"/>
            <a:r>
              <a:rPr lang="en-IN" b="0" dirty="0">
                <a:latin typeface="+mn-lt"/>
              </a:rPr>
              <a:t>Trend &amp; variance analysis</a:t>
            </a:r>
          </a:p>
          <a:p>
            <a:pPr lvl="0"/>
            <a:r>
              <a:rPr lang="en-IN" b="0" dirty="0">
                <a:latin typeface="+mn-lt"/>
              </a:rPr>
              <a:t>Root-cause &amp; contribution analysis</a:t>
            </a:r>
          </a:p>
          <a:p>
            <a:pPr lvl="0"/>
            <a:r>
              <a:rPr lang="en-IN" b="0" dirty="0">
                <a:latin typeface="+mn-lt"/>
              </a:rPr>
              <a:t>ROAS, CAC, Margin &amp; Return-rate analysis</a:t>
            </a:r>
          </a:p>
          <a:p>
            <a:pPr lvl="0"/>
            <a:r>
              <a:rPr lang="en-IN" b="0" dirty="0">
                <a:latin typeface="+mn-lt"/>
              </a:rPr>
              <a:t>Evidence-based recommendation &amp; prioritization</a:t>
            </a:r>
          </a:p>
          <a:p>
            <a:pPr lvl="0"/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78AEE8-428B-85D6-8D9F-D1DE739377B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4EA33E-7826-5268-4FD3-4FF215A2CB2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A605CA9-250C-E7AE-8B66-5424B06F1280}"/>
              </a:ext>
            </a:extLst>
          </p:cNvPr>
          <p:cNvSpPr txBox="1"/>
          <p:nvPr/>
        </p:nvSpPr>
        <p:spPr>
          <a:xfrm>
            <a:off x="3777521" y="57036"/>
            <a:ext cx="8414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437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5B28E-D728-DFED-14EC-D3E01241D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D58A6F-37AD-4705-CF97-48DBCDC5F9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634905"/>
          </a:xfrm>
        </p:spPr>
        <p:txBody>
          <a:bodyPr/>
          <a:lstStyle/>
          <a:p>
            <a:pPr marL="0" indent="0">
              <a:buNone/>
            </a:pPr>
            <a:r>
              <a:rPr lang="en-IN" b="0" dirty="0">
                <a:latin typeface="+mn-lt"/>
              </a:rPr>
              <a:t>Requirements &amp; Design → Data Preparation &amp; EDA → BI Dashboard → Agentic AI Development → Integration &amp; Testing → Authentication &amp; Security → CI/CD &amp; Deployment → Evaluation &amp; Documentation</a:t>
            </a:r>
          </a:p>
          <a:p>
            <a:pPr marL="0" indent="0">
              <a:buNone/>
            </a:pPr>
            <a:endParaRPr lang="en-IN" b="0" dirty="0">
              <a:latin typeface="+mn-lt"/>
            </a:endParaRPr>
          </a:p>
          <a:p>
            <a:pPr marL="0" indent="0">
              <a:buNone/>
            </a:pPr>
            <a:r>
              <a:rPr lang="en-IN" dirty="0">
                <a:latin typeface="+mn-lt"/>
              </a:rPr>
              <a:t>Key Deliverable: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Agentic AI-powered Executive BI platform for e-commerce decision support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14EDA7-D72C-87D9-6270-FF94433B1E0D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155C7B-40BE-4FC1-9A24-7873193075F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0CE080C-DB29-07AC-3FC9-2B2A9023F8EB}"/>
              </a:ext>
            </a:extLst>
          </p:cNvPr>
          <p:cNvSpPr txBox="1"/>
          <p:nvPr/>
        </p:nvSpPr>
        <p:spPr>
          <a:xfrm>
            <a:off x="3882452" y="57036"/>
            <a:ext cx="8309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65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56DF1-FFBB-E238-5FF8-6C9938F7D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8E9DB4-19A4-10A9-600C-8AE00D231A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637" y="1357505"/>
            <a:ext cx="11970726" cy="4142989"/>
          </a:xfrm>
        </p:spPr>
        <p:txBody>
          <a:bodyPr/>
          <a:lstStyle/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>
                <a:latin typeface="+mn-lt"/>
              </a:rPr>
              <a:t>Code Commit → GitHub Actions → Install Dependencies → Lint &amp; Unit Tests → API/Integration Tests → Build Docker Image → Deploy → Run Backend + Dashboard</a:t>
            </a:r>
            <a:endParaRPr lang="en-IN" sz="240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863AD2-5986-C758-37DF-4B7714DB5ED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F606D7-69E6-48C3-DA42-F6CD8743A8B3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F229FF8-0811-E011-E2C7-ED2526DC068E}"/>
              </a:ext>
            </a:extLst>
          </p:cNvPr>
          <p:cNvSpPr txBox="1"/>
          <p:nvPr/>
        </p:nvSpPr>
        <p:spPr>
          <a:xfrm>
            <a:off x="3852473" y="57036"/>
            <a:ext cx="8339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2068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</TotalTime>
  <Words>1388</Words>
  <Application>Microsoft Office PowerPoint</Application>
  <PresentationFormat>Widescreen</PresentationFormat>
  <Paragraphs>195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Tejas Manindra Mudapaka</cp:lastModifiedBy>
  <cp:revision>14</cp:revision>
  <cp:lastPrinted>2026-10-05T17:35:56Z</cp:lastPrinted>
  <dcterms:created xsi:type="dcterms:W3CDTF">2024-05-13T10:33:11Z</dcterms:created>
  <dcterms:modified xsi:type="dcterms:W3CDTF">2026-10-05T17:37:31Z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